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fccb43be4143be" /><Relationship Type="http://schemas.openxmlformats.org/officeDocument/2006/relationships/extended-properties" Target="/docProps/app.xml" Id="Re5a481e7b09f4fdc" /><Relationship Type="http://schemas.openxmlformats.org/officeDocument/2006/relationships/officeDocument" Target="/ppt/presentation.xml" Id="R9ee9925bc21c44e7" /></Relationships>
</file>

<file path=ppt/presentation.xml><?xml version="1.0" encoding="utf-8"?>
<p:presentation xmlns:p="http://schemas.openxmlformats.org/presentationml/2006/main">
  <p:sldMasterIdLst>
    <p:sldMasterId xmlns:r="http://schemas.openxmlformats.org/officeDocument/2006/relationships" id="2147483648" r:id="R3d8d548022b04a0a"/>
  </p:sldMasterIdLst>
  <p:notesMasterIdLst>
    <p:notesMasterId xmlns:r="http://schemas.openxmlformats.org/officeDocument/2006/relationships" r:id="R5e2991cf63594b34"/>
  </p:notesMasterIdLst>
  <p:sldIdLst>
    <p:sldId xmlns:r="http://schemas.openxmlformats.org/officeDocument/2006/relationships" id="256" r:id="Rde1ddefb52784eac"/>
    <p:sldId xmlns:r="http://schemas.openxmlformats.org/officeDocument/2006/relationships" id="257" r:id="R6691469b7df246f0"/>
    <p:sldId xmlns:r="http://schemas.openxmlformats.org/officeDocument/2006/relationships" id="258" r:id="R76596ff6edfa4ea2"/>
    <p:sldId xmlns:r="http://schemas.openxmlformats.org/officeDocument/2006/relationships" id="259" r:id="Ra566f1b05b6e491f"/>
    <p:sldId xmlns:r="http://schemas.openxmlformats.org/officeDocument/2006/relationships" id="260" r:id="R614b38e9970f47f2"/>
    <p:sldId xmlns:r="http://schemas.openxmlformats.org/officeDocument/2006/relationships" id="261" r:id="R8c42d057090b4b78"/>
    <p:sldId xmlns:r="http://schemas.openxmlformats.org/officeDocument/2006/relationships" id="262" r:id="Rb0b7d03d2459414d"/>
    <p:sldId xmlns:r="http://schemas.openxmlformats.org/officeDocument/2006/relationships" id="263" r:id="R60cc7bede9f34656"/>
    <p:sldId xmlns:r="http://schemas.openxmlformats.org/officeDocument/2006/relationships" id="264" r:id="Rebc5807b6dbd4962"/>
    <p:sldId xmlns:r="http://schemas.openxmlformats.org/officeDocument/2006/relationships" id="265" r:id="R078b628f4a58410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4dff01c20b4fa3" /><Relationship Type="http://schemas.openxmlformats.org/officeDocument/2006/relationships/slideMaster" Target="/ppt/slideMasters/slideMaster1.xml" Id="R3d8d548022b04a0a" /><Relationship Type="http://schemas.openxmlformats.org/officeDocument/2006/relationships/notesMaster" Target="/ppt/notesMasters/notesMaster1.xml" Id="R5e2991cf63594b34" /><Relationship Type="http://schemas.openxmlformats.org/officeDocument/2006/relationships/presProps" Target="/ppt/presProps.xml" Id="R422e828d713641eb" /><Relationship Type="http://schemas.openxmlformats.org/officeDocument/2006/relationships/tableStyles" Target="/ppt/tableStyles.xml" Id="R593ec57318bd4b2d" /><Relationship Type="http://schemas.openxmlformats.org/officeDocument/2006/relationships/slide" Target="/ppt/slides/slide1.xml" Id="Rde1ddefb52784eac" /><Relationship Type="http://schemas.openxmlformats.org/officeDocument/2006/relationships/slide" Target="/ppt/slides/slide2.xml" Id="R6691469b7df246f0" /><Relationship Type="http://schemas.openxmlformats.org/officeDocument/2006/relationships/slide" Target="/ppt/slides/slide3.xml" Id="R76596ff6edfa4ea2" /><Relationship Type="http://schemas.openxmlformats.org/officeDocument/2006/relationships/slide" Target="/ppt/slides/slide4.xml" Id="Ra566f1b05b6e491f" /><Relationship Type="http://schemas.openxmlformats.org/officeDocument/2006/relationships/slide" Target="/ppt/slides/slide5.xml" Id="R614b38e9970f47f2" /><Relationship Type="http://schemas.openxmlformats.org/officeDocument/2006/relationships/slide" Target="/ppt/slides/slide6.xml" Id="R8c42d057090b4b78" /><Relationship Type="http://schemas.openxmlformats.org/officeDocument/2006/relationships/slide" Target="/ppt/slides/slide7.xml" Id="Rb0b7d03d2459414d" /><Relationship Type="http://schemas.openxmlformats.org/officeDocument/2006/relationships/slide" Target="/ppt/slides/slide8.xml" Id="R60cc7bede9f34656" /><Relationship Type="http://schemas.openxmlformats.org/officeDocument/2006/relationships/slide" Target="/ppt/slides/slide9.xml" Id="Rebc5807b6dbd4962" /><Relationship Type="http://schemas.openxmlformats.org/officeDocument/2006/relationships/slide" Target="/ppt/slides/slide10.xml" Id="R078b628f4a5841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c520dfeec64b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b6a4ab8a7c41cb" /><Relationship Type="http://schemas.openxmlformats.org/officeDocument/2006/relationships/notesMaster" Target="/ppt/notesMasters/notesMaster1.xml" Id="R54ba7cdc8a7749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6eb5e4037145b3" /><Relationship Type="http://schemas.openxmlformats.org/officeDocument/2006/relationships/notesMaster" Target="/ppt/notesMasters/notesMaster1.xml" Id="Rc349cd3409bd49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48aef0d2824016" /><Relationship Type="http://schemas.openxmlformats.org/officeDocument/2006/relationships/notesMaster" Target="/ppt/notesMasters/notesMaster1.xml" Id="R1d195c83bf7645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d0f29f3bdeb4ea6" /><Relationship Type="http://schemas.openxmlformats.org/officeDocument/2006/relationships/notesMaster" Target="/ppt/notesMasters/notesMaster1.xml" Id="Rdce7e498653949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1252e99b2041c9" /><Relationship Type="http://schemas.openxmlformats.org/officeDocument/2006/relationships/notesMaster" Target="/ppt/notesMasters/notesMaster1.xml" Id="R0a4f1798f0f549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b8382ceb52024e5d" /><Relationship Type="http://schemas.openxmlformats.org/officeDocument/2006/relationships/notesMaster" Target="/ppt/notesMasters/notesMaster1.xml" Id="R079f1f81ee7f452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afedc7eb5f94997" /><Relationship Type="http://schemas.openxmlformats.org/officeDocument/2006/relationships/notesMaster" Target="/ppt/notesMasters/notesMaster1.xml" Id="Rdb7dacf0d98349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6f31df26bb4e81" /><Relationship Type="http://schemas.openxmlformats.org/officeDocument/2006/relationships/notesMaster" Target="/ppt/notesMasters/notesMaster1.xml" Id="Rd00b2c0c5a694bd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53ba16b7384bd8" /><Relationship Type="http://schemas.openxmlformats.org/officeDocument/2006/relationships/notesMaster" Target="/ppt/notesMasters/notesMaster1.xml" Id="Ra65107c5300d40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d99f52096945ef" /><Relationship Type="http://schemas.openxmlformats.org/officeDocument/2006/relationships/notesMaster" Target="/ppt/notesMasters/notesMaster1.xml" Id="R61bc0091a25742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Lesson 2 by connecting back to Lesson 1. A model reads and writes tokens, but a real product needs an operating environment around it. That operating environment is the harness.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the model from the harness. The model generates tokens from visible context. The harness decides what context to assemble, which tools are available, what permissions apply, and what happens after the model writes a structured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paper model. The harness prepares the paper, puts rules and tool definitions on it, sends it to the model, reads the model output, executes valid tool calls outside the model, and writes results back onto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responsibilities as a control surface. The harness is not just prompt glue. It is the layer that builds context, injects instructions, exposes tools, parses calls, validates risk, executes, records observations, and controls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user instructions as persistent preferences. They are useful for stable defaults, but should not hold secrets, large project documents, or fast-changing one-time task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custom agent narrowly. In this lesson, an agent means a reusable work environment in one runtime: role, rules, tools, permissions, task boundary, quality standard, and stop condition. Do not expand into subagents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skills as reusable manuals. A skill guides how work should be done. It is not itself an executable tool. It should be loaded when relevant, not pasted into every interaction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Resolve vocabulary. Tool, skill, agent, and harness solve different problems. This slide prevents learners from using one word for all AI product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tool lifecycle precise. The model proposes a structured tool call. Execution happens outside the model, by a client harness, host runtime, MCP server, or provider-hosted tool. Schema constrains shape; permission and policy decide whether to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shift from prompt engineering to harness engineering. A prompt controls a message. A harness controls the interaction system. This prepares the audience for the advanced 2.1 add-on and Lesson 3 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450414712c4be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fe2d8e5c3c427e" /><Relationship Type="http://schemas.openxmlformats.org/officeDocument/2006/relationships/slideLayout" Target="/ppt/slideLayouts/slideLayout1.xml" Id="R0a364e529126452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364e529126452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651abcea19b4ed6" /><Relationship Type="http://schemas.openxmlformats.org/officeDocument/2006/relationships/notesSlide" Target="/ppt/notesSlides/notesSlide1.xml" Id="Rbe706d50771848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4f55190dc94212" /><Relationship Type="http://schemas.openxmlformats.org/officeDocument/2006/relationships/notesSlide" Target="/ppt/notesSlides/notesSlide2.xml" Id="R4caf4c8a3f9848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1f7005c2754ba4" /><Relationship Type="http://schemas.openxmlformats.org/officeDocument/2006/relationships/notesSlide" Target="/ppt/notesSlides/notesSlide3.xml" Id="Rbb13a6e15e1048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0b7e0b916054a98" /><Relationship Type="http://schemas.openxmlformats.org/officeDocument/2006/relationships/notesSlide" Target="/ppt/notesSlides/notesSlide4.xml" Id="R96932584f071495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a73ac57b20486d" /><Relationship Type="http://schemas.openxmlformats.org/officeDocument/2006/relationships/notesSlide" Target="/ppt/notesSlides/notesSlide5.xml" Id="R1bc4d2732b2640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3199bc714e41a9" /><Relationship Type="http://schemas.openxmlformats.org/officeDocument/2006/relationships/notesSlide" Target="/ppt/notesSlides/notesSlide6.xml" Id="R5538fff8b22c4c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d78bca34fad4934" /><Relationship Type="http://schemas.openxmlformats.org/officeDocument/2006/relationships/notesSlide" Target="/ppt/notesSlides/notesSlide7.xml" Id="R2058686d6efa48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2b17cf67ee4034" /><Relationship Type="http://schemas.openxmlformats.org/officeDocument/2006/relationships/notesSlide" Target="/ppt/notesSlides/notesSlide8.xml" Id="Rd732d2b5513649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91832de3904fc2" /><Relationship Type="http://schemas.openxmlformats.org/officeDocument/2006/relationships/notesSlide" Target="/ppt/notesSlides/notesSlide9.xml" Id="Reaa37d3fde88402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0522201214e4a52" /><Relationship Type="http://schemas.openxmlformats.org/officeDocument/2006/relationships/notesSlide" Target="/ppt/notesSlides/notesSlide10.xml" Id="Rcc4c16f3700d436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085B2EA-F858-4E04-8F39-814BA524D162}"/>
              </a:ext>
            </a:extLst>
          </p:cNvPr>
          <p:cNvSpPr>
            <a:spLocks xmlns:a="http://schemas.openxmlformats.org/drawingml/2006/main" noGrp="1"/>
          </p:cNvSpPr>
          <p:nvPr/>
        </p:nvSpPr>
        <p:spPr>
          <a:xfrm xmlns:a="http://schemas.openxmlformats.org/drawingml/2006/main">
            <a:off x="609600" y="4191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750" b="1" i="0">
                <a:solidFill>
                  <a:srgbClr val="004AAD"/>
                </a:solidFill>
              </a:defRPr>
            </a:pPr>
            <a:r>
              <a:rPr sz="3750" b="1" i="0">
                <a:solidFill>
                  <a:srgbClr val="004AAD"/>
                </a:solidFill>
              </a:rPr>
              <a:t>Lesson 2</a:t>
            </a:r>
          </a:p>
        </p:txBody>
      </p:sp>
      <p:sp>
        <p:nvSpPr>
          <p:cNvPr id="2" name="">
            <a:extLst xmlns:a="http://schemas.openxmlformats.org/drawingml/2006/main">
              <a:ext uri="{FF2B5EF4-FFF2-40B4-BE49-F238E27FC236}">
                <a16:creationId xmlns:a16="http://schemas.microsoft.com/office/drawing/2014/main" id="{0F288608-0AFB-4721-84BB-17D0DAEED353}"/>
              </a:ext>
            </a:extLst>
          </p:cNvPr>
          <p:cNvSpPr>
            <a:spLocks xmlns:a="http://schemas.openxmlformats.org/drawingml/2006/main" noGrp="1"/>
          </p:cNvSpPr>
          <p:nvPr/>
        </p:nvSpPr>
        <p:spPr>
          <a:xfrm xmlns:a="http://schemas.openxmlformats.org/drawingml/2006/main">
            <a:off x="3105150" y="438150"/>
            <a:ext cx="676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61A45"/>
                </a:solidFill>
              </a:defRPr>
            </a:pPr>
            <a:r>
              <a:rPr sz="3600" b="1" i="0">
                <a:solidFill>
                  <a:srgbClr val="061A45"/>
                </a:solidFill>
              </a:rPr>
              <a:t>Harness Engineering</a:t>
            </a:r>
          </a:p>
        </p:txBody>
      </p:sp>
      <p:sp>
        <p:nvSpPr>
          <p:cNvPr id="3" name="">
            <a:extLst xmlns:a="http://schemas.openxmlformats.org/drawingml/2006/main">
              <a:ext uri="{FF2B5EF4-FFF2-40B4-BE49-F238E27FC236}">
                <a16:creationId xmlns:a16="http://schemas.microsoft.com/office/drawing/2014/main" id="{A4BEBA6B-0D28-4C9D-A695-7CE4E04DFC20}"/>
              </a:ext>
            </a:extLst>
          </p:cNvPr>
          <p:cNvSpPr>
            <a:spLocks xmlns:a="http://schemas.openxmlformats.org/drawingml/2006/main" noGrp="1"/>
          </p:cNvSpPr>
          <p:nvPr/>
        </p:nvSpPr>
        <p:spPr>
          <a:xfrm xmlns:a="http://schemas.openxmlformats.org/drawingml/2006/main">
            <a:off x="2381250" y="1104900"/>
            <a:ext cx="742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0" i="1">
                <a:solidFill>
                  <a:srgbClr val="004AAD"/>
                </a:solidFill>
              </a:defRPr>
            </a:pPr>
            <a:r>
              <a:rPr sz="1650" b="0" i="1">
                <a:solidFill>
                  <a:srgbClr val="004AAD"/>
                </a:solidFill>
              </a:rPr>
              <a:t>Instructions, Agents, Skills, and Tool Runtime</a:t>
            </a:r>
          </a:p>
        </p:txBody>
      </p:sp>
      <p:sp>
        <p:nvSpPr>
          <p:cNvPr id="4" name="">
            <a:extLst xmlns:a="http://schemas.openxmlformats.org/drawingml/2006/main">
              <a:ext uri="{FF2B5EF4-FFF2-40B4-BE49-F238E27FC236}">
                <a16:creationId xmlns:a16="http://schemas.microsoft.com/office/drawing/2014/main" id="{1782A04D-C57C-4222-BE65-85A3A5ABFB01}"/>
              </a:ext>
            </a:extLst>
          </p:cNvPr>
          <p:cNvSpPr>
            <a:spLocks xmlns:a="http://schemas.openxmlformats.org/drawingml/2006/main" noGrp="1"/>
          </p:cNvSpPr>
          <p:nvPr/>
        </p:nvSpPr>
        <p:spPr>
          <a:xfrm xmlns:a="http://schemas.openxmlformats.org/drawingml/2006/main">
            <a:off x="609600" y="1504950"/>
            <a:ext cx="10972800" cy="0"/>
          </a:xfrm>
          <a:prstGeom xmlns:a="http://schemas.openxmlformats.org/drawingml/2006/main" prst="line">
            <a:avLst/>
          </a:prstGeom>
          <a:ln xmlns:a="http://schemas.openxmlformats.org/drawingml/2006/main" w="19050">
            <a:solidFill>
              <a:srgbClr val="004AAD"/>
            </a:solidFill>
            <a:prstDash val="solid"/>
          </a:ln>
        </p:spPr>
      </p:sp>
      <p:sp>
        <p:nvSpPr>
          <p:cNvPr id="5" name="">
            <a:extLst xmlns:a="http://schemas.openxmlformats.org/drawingml/2006/main">
              <a:ext uri="{FF2B5EF4-FFF2-40B4-BE49-F238E27FC236}">
                <a16:creationId xmlns:a16="http://schemas.microsoft.com/office/drawing/2014/main" id="{34FE844A-B7B4-4652-A078-4E208E4EB508}"/>
              </a:ext>
            </a:extLst>
          </p:cNvPr>
          <p:cNvSpPr>
            <a:spLocks xmlns:a="http://schemas.openxmlformats.org/drawingml/2006/main" noGrp="1"/>
          </p:cNvSpPr>
          <p:nvPr/>
        </p:nvSpPr>
        <p:spPr>
          <a:xfrm xmlns:a="http://schemas.openxmlformats.org/drawingml/2006/main">
            <a:off x="857250" y="2076450"/>
            <a:ext cx="3048000" cy="2476500"/>
          </a:xfrm>
          <a:prstGeom xmlns:a="http://schemas.openxmlformats.org/drawingml/2006/main" prst="roundRect">
            <a:avLst>
              <a:gd name="adj" fmla="val 3077"/>
            </a:avLst>
          </a:prstGeom>
          <a:solidFill xmlns:a="http://schemas.openxmlformats.org/drawingml/2006/main">
            <a:srgbClr val="F8FBFF"/>
          </a:solidFill>
          <a:ln xmlns:a="http://schemas.openxmlformats.org/drawingml/2006/main" w="10478">
            <a:solidFill>
              <a:srgbClr val="B9D4F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F019FAEB-4DD0-4A81-B7D6-3F57EB8E1218}"/>
              </a:ext>
            </a:extLst>
          </p:cNvPr>
          <p:cNvSpPr>
            <a:spLocks xmlns:a="http://schemas.openxmlformats.org/drawingml/2006/main" noGrp="1"/>
          </p:cNvSpPr>
          <p:nvPr/>
        </p:nvSpPr>
        <p:spPr>
          <a:xfrm xmlns:a="http://schemas.openxmlformats.org/drawingml/2006/main">
            <a:off x="1028700" y="2228850"/>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i="0">
                <a:solidFill>
                  <a:srgbClr val="004AAD"/>
                </a:solidFill>
              </a:defRPr>
            </a:pPr>
            <a:r>
              <a:rPr sz="1500" b="1" i="0">
                <a:solidFill>
                  <a:srgbClr val="004AAD"/>
                </a:solidFill>
              </a:rPr>
              <a:t>Lesson 1</a:t>
            </a:r>
          </a:p>
        </p:txBody>
      </p:sp>
      <p:sp>
        <p:nvSpPr>
          <p:cNvPr id="7" name="">
            <a:extLst xmlns:a="http://schemas.openxmlformats.org/drawingml/2006/main">
              <a:ext uri="{FF2B5EF4-FFF2-40B4-BE49-F238E27FC236}">
                <a16:creationId xmlns:a16="http://schemas.microsoft.com/office/drawing/2014/main" id="{234D0743-6C6C-44C6-9950-B0173EEAE6E5}"/>
              </a:ext>
            </a:extLst>
          </p:cNvPr>
          <p:cNvSpPr>
            <a:spLocks xmlns:a="http://schemas.openxmlformats.org/drawingml/2006/main" noGrp="1"/>
          </p:cNvSpPr>
          <p:nvPr/>
        </p:nvSpPr>
        <p:spPr>
          <a:xfrm xmlns:a="http://schemas.openxmlformats.org/drawingml/2006/main">
            <a:off x="1085850" y="2571750"/>
            <a:ext cx="25908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i="0">
                <a:solidFill>
                  <a:srgbClr val="061A45"/>
                </a:solidFill>
              </a:defRPr>
            </a:pPr>
            <a:r>
              <a:rPr sz="1125" b="0" i="0">
                <a:solidFill>
                  <a:srgbClr val="061A45"/>
                </a:solidFill>
              </a:rPr>
              <a:t>The model reads the paper and writes tokens back onto it.</a:t>
            </a:r>
          </a:p>
        </p:txBody>
      </p:sp>
      <p:sp>
        <p:nvSpPr>
          <p:cNvPr id="8" name="">
            <a:extLst xmlns:a="http://schemas.openxmlformats.org/drawingml/2006/main">
              <a:ext uri="{FF2B5EF4-FFF2-40B4-BE49-F238E27FC236}">
                <a16:creationId xmlns:a16="http://schemas.microsoft.com/office/drawing/2014/main" id="{C1DBF799-2702-4BAD-8DB1-51ABFCB067F3}"/>
              </a:ext>
            </a:extLst>
          </p:cNvPr>
          <p:cNvSpPr>
            <a:spLocks xmlns:a="http://schemas.openxmlformats.org/drawingml/2006/main" noGrp="1"/>
          </p:cNvSpPr>
          <p:nvPr/>
        </p:nvSpPr>
        <p:spPr>
          <a:xfrm xmlns:a="http://schemas.openxmlformats.org/drawingml/2006/main">
            <a:off x="4095750" y="3314700"/>
            <a:ext cx="1047750" cy="0"/>
          </a:xfrm>
          <a:prstGeom xmlns:a="http://schemas.openxmlformats.org/drawingml/2006/main" prst="line">
            <a:avLst/>
          </a:prstGeom>
          <a:ln xmlns:a="http://schemas.openxmlformats.org/drawingml/2006/main" w="38100">
            <a:solidFill>
              <a:srgbClr val="004AAD"/>
            </a:solidFill>
            <a:prstDash val="solid"/>
          </a:ln>
        </p:spPr>
      </p:sp>
      <p:sp>
        <p:nvSpPr>
          <p:cNvPr id="9" name="">
            <a:extLst xmlns:a="http://schemas.openxmlformats.org/drawingml/2006/main">
              <a:ext uri="{FF2B5EF4-FFF2-40B4-BE49-F238E27FC236}">
                <a16:creationId xmlns:a16="http://schemas.microsoft.com/office/drawing/2014/main" id="{1E12DF80-4A83-4EAD-847D-23DD40BEB4F1}"/>
              </a:ext>
            </a:extLst>
          </p:cNvPr>
          <p:cNvSpPr>
            <a:spLocks xmlns:a="http://schemas.openxmlformats.org/drawingml/2006/main" noGrp="1"/>
          </p:cNvSpPr>
          <p:nvPr/>
        </p:nvSpPr>
        <p:spPr>
          <a:xfrm xmlns:a="http://schemas.openxmlformats.org/drawingml/2006/main">
            <a:off x="5334000" y="1885950"/>
            <a:ext cx="3048000" cy="2857500"/>
          </a:xfrm>
          <a:prstGeom xmlns:a="http://schemas.openxmlformats.org/drawingml/2006/main" prst="roundRect">
            <a:avLst>
              <a:gd name="adj" fmla="val 2667"/>
            </a:avLst>
          </a:prstGeom>
          <a:solidFill xmlns:a="http://schemas.openxmlformats.org/drawingml/2006/main">
            <a:srgbClr val="EEF6FF"/>
          </a:solidFill>
          <a:ln xmlns:a="http://schemas.openxmlformats.org/drawingml/2006/main" w="10478">
            <a:solidFill>
              <a:srgbClr val="B9D4F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42E2679E-B59F-4028-BC7E-02A5EBA65D73}"/>
              </a:ext>
            </a:extLst>
          </p:cNvPr>
          <p:cNvSpPr>
            <a:spLocks xmlns:a="http://schemas.openxmlformats.org/drawingml/2006/main" noGrp="1"/>
          </p:cNvSpPr>
          <p:nvPr/>
        </p:nvSpPr>
        <p:spPr>
          <a:xfrm xmlns:a="http://schemas.openxmlformats.org/drawingml/2006/main">
            <a:off x="5505450" y="2038350"/>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i="0">
                <a:solidFill>
                  <a:srgbClr val="004AAD"/>
                </a:solidFill>
              </a:defRPr>
            </a:pPr>
            <a:r>
              <a:rPr sz="1500" b="1" i="0">
                <a:solidFill>
                  <a:srgbClr val="004AAD"/>
                </a:solidFill>
              </a:rPr>
              <a:t>Lesson 2</a:t>
            </a:r>
          </a:p>
        </p:txBody>
      </p:sp>
      <p:sp>
        <p:nvSpPr>
          <p:cNvPr id="11" name="">
            <a:extLst xmlns:a="http://schemas.openxmlformats.org/drawingml/2006/main">
              <a:ext uri="{FF2B5EF4-FFF2-40B4-BE49-F238E27FC236}">
                <a16:creationId xmlns:a16="http://schemas.microsoft.com/office/drawing/2014/main" id="{1722AFA7-34E9-4982-9D36-75101F27C58A}"/>
              </a:ext>
            </a:extLst>
          </p:cNvPr>
          <p:cNvSpPr>
            <a:spLocks xmlns:a="http://schemas.openxmlformats.org/drawingml/2006/main" noGrp="1"/>
          </p:cNvSpPr>
          <p:nvPr/>
        </p:nvSpPr>
        <p:spPr>
          <a:xfrm xmlns:a="http://schemas.openxmlformats.org/drawingml/2006/main">
            <a:off x="5562600" y="2381250"/>
            <a:ext cx="259080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i="0">
                <a:solidFill>
                  <a:srgbClr val="061A45"/>
                </a:solidFill>
              </a:defRPr>
            </a:pPr>
            <a:r>
              <a:rPr sz="1125" b="0" i="0">
                <a:solidFill>
                  <a:srgbClr val="061A45"/>
                </a:solidFill>
              </a:rPr>
              <a:t>The harness prepares the paper, exposes tools, checks permission, runs actions, and writes results back.</a:t>
            </a:r>
          </a:p>
        </p:txBody>
      </p:sp>
      <p:sp>
        <p:nvSpPr>
          <p:cNvPr id="12" name="">
            <a:extLst xmlns:a="http://schemas.openxmlformats.org/drawingml/2006/main">
              <a:ext uri="{FF2B5EF4-FFF2-40B4-BE49-F238E27FC236}">
                <a16:creationId xmlns:a16="http://schemas.microsoft.com/office/drawing/2014/main" id="{F6DB6138-DF7E-468E-B1DD-83C3734FA7B6}"/>
              </a:ext>
            </a:extLst>
          </p:cNvPr>
          <p:cNvSpPr>
            <a:spLocks xmlns:a="http://schemas.openxmlformats.org/drawingml/2006/main" noGrp="1"/>
          </p:cNvSpPr>
          <p:nvPr/>
        </p:nvSpPr>
        <p:spPr>
          <a:xfrm xmlns:a="http://schemas.openxmlformats.org/drawingml/2006/main">
            <a:off x="8572500" y="3314700"/>
            <a:ext cx="1047750" cy="0"/>
          </a:xfrm>
          <a:prstGeom xmlns:a="http://schemas.openxmlformats.org/drawingml/2006/main" prst="line">
            <a:avLst/>
          </a:prstGeom>
          <a:ln xmlns:a="http://schemas.openxmlformats.org/drawingml/2006/main" w="38100">
            <a:solidFill>
              <a:srgbClr val="004AAD"/>
            </a:solidFill>
            <a:prstDash val="solid"/>
          </a:ln>
        </p:spPr>
      </p:sp>
      <p:sp>
        <p:nvSpPr>
          <p:cNvPr id="13" name="">
            <a:extLst xmlns:a="http://schemas.openxmlformats.org/drawingml/2006/main">
              <a:ext uri="{FF2B5EF4-FFF2-40B4-BE49-F238E27FC236}">
                <a16:creationId xmlns:a16="http://schemas.microsoft.com/office/drawing/2014/main" id="{C9C84729-C08C-4AB0-AACE-B07D7FE1F067}"/>
              </a:ext>
            </a:extLst>
          </p:cNvPr>
          <p:cNvSpPr>
            <a:spLocks xmlns:a="http://schemas.openxmlformats.org/drawingml/2006/main" noGrp="1"/>
          </p:cNvSpPr>
          <p:nvPr/>
        </p:nvSpPr>
        <p:spPr>
          <a:xfrm xmlns:a="http://schemas.openxmlformats.org/drawingml/2006/main">
            <a:off x="9810750" y="2076450"/>
            <a:ext cx="1619250" cy="2476500"/>
          </a:xfrm>
          <a:prstGeom xmlns:a="http://schemas.openxmlformats.org/drawingml/2006/main" prst="roundRect">
            <a:avLst>
              <a:gd name="adj" fmla="val 4706"/>
            </a:avLst>
          </a:prstGeom>
          <a:solidFill xmlns:a="http://schemas.openxmlformats.org/drawingml/2006/main">
            <a:srgbClr val="FFF7DF"/>
          </a:solidFill>
          <a:ln xmlns:a="http://schemas.openxmlformats.org/drawingml/2006/main" w="10478">
            <a:solidFill>
              <a:srgbClr val="B9D4F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8833B0B-01D8-4C98-9A60-D1A2885D8537}"/>
              </a:ext>
            </a:extLst>
          </p:cNvPr>
          <p:cNvSpPr>
            <a:spLocks xmlns:a="http://schemas.openxmlformats.org/drawingml/2006/main" noGrp="1"/>
          </p:cNvSpPr>
          <p:nvPr/>
        </p:nvSpPr>
        <p:spPr>
          <a:xfrm xmlns:a="http://schemas.openxmlformats.org/drawingml/2006/main">
            <a:off x="9982200" y="2228850"/>
            <a:ext cx="127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i="0">
                <a:solidFill>
                  <a:srgbClr val="D88A00"/>
                </a:solidFill>
              </a:defRPr>
            </a:pPr>
            <a:r>
              <a:rPr sz="1500" b="1" i="0">
                <a:solidFill>
                  <a:srgbClr val="D88A00"/>
                </a:solidFill>
              </a:rPr>
              <a:t>Next</a:t>
            </a:r>
          </a:p>
        </p:txBody>
      </p:sp>
      <p:sp>
        <p:nvSpPr>
          <p:cNvPr id="15" name="">
            <a:extLst xmlns:a="http://schemas.openxmlformats.org/drawingml/2006/main">
              <a:ext uri="{FF2B5EF4-FFF2-40B4-BE49-F238E27FC236}">
                <a16:creationId xmlns:a16="http://schemas.microsoft.com/office/drawing/2014/main" id="{56F21BF3-4091-4CEF-AAE5-427FDDEE31C0}"/>
              </a:ext>
            </a:extLst>
          </p:cNvPr>
          <p:cNvSpPr>
            <a:spLocks xmlns:a="http://schemas.openxmlformats.org/drawingml/2006/main" noGrp="1"/>
          </p:cNvSpPr>
          <p:nvPr/>
        </p:nvSpPr>
        <p:spPr>
          <a:xfrm xmlns:a="http://schemas.openxmlformats.org/drawingml/2006/main">
            <a:off x="10039350" y="2571750"/>
            <a:ext cx="116205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i="0">
                <a:solidFill>
                  <a:srgbClr val="061A45"/>
                </a:solidFill>
              </a:defRPr>
            </a:pPr>
            <a:r>
              <a:rPr sz="1125" b="0" i="0">
                <a:solidFill>
                  <a:srgbClr val="061A45"/>
                </a:solidFill>
              </a:rPr>
              <a:t>Advanced objects and multi-step workflows.</a:t>
            </a:r>
          </a:p>
        </p:txBody>
      </p:sp>
      <p:sp>
        <p:nvSpPr>
          <p:cNvPr id="16" name="">
            <a:extLst xmlns:a="http://schemas.openxmlformats.org/drawingml/2006/main">
              <a:ext uri="{FF2B5EF4-FFF2-40B4-BE49-F238E27FC236}">
                <a16:creationId xmlns:a16="http://schemas.microsoft.com/office/drawing/2014/main" id="{FDB6C7D8-DE87-4498-9A22-DC0009F4AFDD}"/>
              </a:ext>
            </a:extLst>
          </p:cNvPr>
          <p:cNvSpPr>
            <a:spLocks xmlns:a="http://schemas.openxmlformats.org/drawingml/2006/main" noGrp="1"/>
          </p:cNvSpPr>
          <p:nvPr/>
        </p:nvSpPr>
        <p:spPr>
          <a:xfrm xmlns:a="http://schemas.openxmlformats.org/drawingml/2006/main">
            <a:off x="1371600" y="5429250"/>
            <a:ext cx="9448800" cy="666750"/>
          </a:xfrm>
          <a:prstGeom xmlns:a="http://schemas.openxmlformats.org/drawingml/2006/main" prst="roundRect">
            <a:avLst>
              <a:gd name="adj" fmla="val 11429"/>
            </a:avLst>
          </a:prstGeom>
          <a:solidFill xmlns:a="http://schemas.openxmlformats.org/drawingml/2006/main">
            <a:srgbClr val="FFFFFF"/>
          </a:solidFill>
          <a:ln xmlns:a="http://schemas.openxmlformats.org/drawingml/2006/main" w="10478">
            <a:solidFill>
              <a:srgbClr val="004AAD"/>
            </a:solidFill>
            <a:prstDash val="solid"/>
          </a:ln>
        </p:spPr>
      </p:sp>
      <p:sp>
        <p:nvSpPr>
          <p:cNvPr id="17" name="">
            <a:extLst xmlns:a="http://schemas.openxmlformats.org/drawingml/2006/main">
              <a:ext uri="{FF2B5EF4-FFF2-40B4-BE49-F238E27FC236}">
                <a16:creationId xmlns:a16="http://schemas.microsoft.com/office/drawing/2014/main" id="{659E710C-45EE-46E8-8313-9A4188D3DB06}"/>
              </a:ext>
            </a:extLst>
          </p:cNvPr>
          <p:cNvSpPr>
            <a:spLocks xmlns:a="http://schemas.openxmlformats.org/drawingml/2006/main" noGrp="1"/>
          </p:cNvSpPr>
          <p:nvPr/>
        </p:nvSpPr>
        <p:spPr>
          <a:xfrm xmlns:a="http://schemas.openxmlformats.org/drawingml/2006/main">
            <a:off x="1752600" y="5629275"/>
            <a:ext cx="135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i="0">
                <a:solidFill>
                  <a:srgbClr val="004AAD"/>
                </a:solidFill>
              </a:defRPr>
            </a:pPr>
            <a:r>
              <a:rPr sz="1650" b="1" i="0">
                <a:solidFill>
                  <a:srgbClr val="004AAD"/>
                </a:solidFill>
              </a:rPr>
              <a:t>Core idea</a:t>
            </a:r>
          </a:p>
        </p:txBody>
      </p:sp>
      <p:sp>
        <p:nvSpPr>
          <p:cNvPr id="18" name="">
            <a:extLst xmlns:a="http://schemas.openxmlformats.org/drawingml/2006/main">
              <a:ext uri="{FF2B5EF4-FFF2-40B4-BE49-F238E27FC236}">
                <a16:creationId xmlns:a16="http://schemas.microsoft.com/office/drawing/2014/main" id="{49C7248B-2F28-4321-A5F8-11301949B8BE}"/>
              </a:ext>
            </a:extLst>
          </p:cNvPr>
          <p:cNvSpPr>
            <a:spLocks xmlns:a="http://schemas.openxmlformats.org/drawingml/2006/main" noGrp="1"/>
          </p:cNvSpPr>
          <p:nvPr/>
        </p:nvSpPr>
        <p:spPr>
          <a:xfrm xmlns:a="http://schemas.openxmlformats.org/drawingml/2006/main">
            <a:off x="3333750" y="5619750"/>
            <a:ext cx="704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061A45"/>
                </a:solidFill>
              </a:defRPr>
            </a:pPr>
            <a:r>
              <a:rPr sz="1500" b="0" i="0">
                <a:solidFill>
                  <a:srgbClr val="061A45"/>
                </a:solidFill>
              </a:rPr>
              <a:t>A model is the token generator. The harness is the operating environment around it.</a:t>
            </a:r>
          </a:p>
        </p:txBody>
      </p:sp>
    </p:spTree>
    <p:extLst>
      <p:ext uri="{BB962C8B-B14F-4D97-AF65-F5344CB8AC3E}">
        <p14:creationId xmlns:p14="http://schemas.microsoft.com/office/powerpoint/2010/main" val="6424284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3BB859E-7A39-4828-BBB2-5D0AFFB93C95}"/>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Model and Harness Solve Different Jobs</a:t>
            </a:r>
          </a:p>
        </p:txBody>
      </p:sp>
      <p:sp>
        <p:nvSpPr>
          <p:cNvPr id="2" name="">
            <a:extLst xmlns:a="http://schemas.openxmlformats.org/drawingml/2006/main">
              <a:ext uri="{FF2B5EF4-FFF2-40B4-BE49-F238E27FC236}">
                <a16:creationId xmlns:a16="http://schemas.microsoft.com/office/drawing/2014/main" id="{20F3723E-AEE2-4986-9144-B37F85285259}"/>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Do not ask the model to own responsibilities that belong in runtime software.</a:t>
            </a:r>
          </a:p>
        </p:txBody>
      </p:sp>
      <p:sp>
        <p:nvSpPr>
          <p:cNvPr id="3" name="">
            <a:extLst xmlns:a="http://schemas.openxmlformats.org/drawingml/2006/main">
              <a:ext uri="{FF2B5EF4-FFF2-40B4-BE49-F238E27FC236}">
                <a16:creationId xmlns:a16="http://schemas.microsoft.com/office/drawing/2014/main" id="{2D49602E-BA87-4A7C-BAC1-C69F508F3499}"/>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56C65410-7ADF-4A59-B15E-4692C28D9FA8}"/>
              </a:ext>
            </a:extLst>
          </p:cNvPr>
          <p:cNvSpPr>
            <a:spLocks xmlns:a="http://schemas.openxmlformats.org/drawingml/2006/main" noGrp="1"/>
          </p:cNvSpPr>
          <p:nvPr/>
        </p:nvSpPr>
        <p:spPr>
          <a:xfrm xmlns:a="http://schemas.openxmlformats.org/drawingml/2006/main">
            <a:off x="819150" y="1695450"/>
            <a:ext cx="4572000" cy="3314700"/>
          </a:xfrm>
          <a:prstGeom xmlns:a="http://schemas.openxmlformats.org/drawingml/2006/main" prst="roundRect">
            <a:avLst>
              <a:gd name="adj" fmla="val 2299"/>
            </a:avLst>
          </a:prstGeom>
          <a:solidFill xmlns:a="http://schemas.openxmlformats.org/drawingml/2006/main">
            <a:srgbClr val="F8FBFF"/>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4B500770-AF69-43BB-AFE1-F1AD1B585C66}"/>
              </a:ext>
            </a:extLst>
          </p:cNvPr>
          <p:cNvSpPr>
            <a:spLocks xmlns:a="http://schemas.openxmlformats.org/drawingml/2006/main" noGrp="1"/>
          </p:cNvSpPr>
          <p:nvPr/>
        </p:nvSpPr>
        <p:spPr>
          <a:xfrm xmlns:a="http://schemas.openxmlformats.org/drawingml/2006/main">
            <a:off x="1676400" y="2000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i="0">
                <a:solidFill>
                  <a:srgbClr val="004AAD"/>
                </a:solidFill>
              </a:defRPr>
            </a:pPr>
            <a:r>
              <a:rPr sz="2550" b="1" i="0">
                <a:solidFill>
                  <a:srgbClr val="004AAD"/>
                </a:solidFill>
              </a:rPr>
              <a:t>Model</a:t>
            </a:r>
          </a:p>
        </p:txBody>
      </p:sp>
      <p:sp>
        <p:nvSpPr>
          <p:cNvPr id="6" name="">
            <a:extLst xmlns:a="http://schemas.openxmlformats.org/drawingml/2006/main">
              <a:ext uri="{FF2B5EF4-FFF2-40B4-BE49-F238E27FC236}">
                <a16:creationId xmlns:a16="http://schemas.microsoft.com/office/drawing/2014/main" id="{5C274179-9651-4633-9513-D4AA95953BEA}"/>
              </a:ext>
            </a:extLst>
          </p:cNvPr>
          <p:cNvSpPr>
            <a:spLocks xmlns:a="http://schemas.openxmlformats.org/drawingml/2006/main" noGrp="1"/>
          </p:cNvSpPr>
          <p:nvPr/>
        </p:nvSpPr>
        <p:spPr>
          <a:xfrm xmlns:a="http://schemas.openxmlformats.org/drawingml/2006/main">
            <a:off x="1219200" y="26860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7" name="">
            <a:extLst xmlns:a="http://schemas.openxmlformats.org/drawingml/2006/main">
              <a:ext uri="{FF2B5EF4-FFF2-40B4-BE49-F238E27FC236}">
                <a16:creationId xmlns:a16="http://schemas.microsoft.com/office/drawing/2014/main" id="{98251C36-8298-4A49-B608-B10E4903E3C2}"/>
              </a:ext>
            </a:extLst>
          </p:cNvPr>
          <p:cNvSpPr>
            <a:spLocks xmlns:a="http://schemas.openxmlformats.org/drawingml/2006/main" noGrp="1"/>
          </p:cNvSpPr>
          <p:nvPr/>
        </p:nvSpPr>
        <p:spPr>
          <a:xfrm xmlns:a="http://schemas.openxmlformats.org/drawingml/2006/main">
            <a:off x="1333500" y="27813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1</a:t>
            </a:r>
          </a:p>
        </p:txBody>
      </p:sp>
      <p:sp>
        <p:nvSpPr>
          <p:cNvPr id="8" name="">
            <a:extLst xmlns:a="http://schemas.openxmlformats.org/drawingml/2006/main">
              <a:ext uri="{FF2B5EF4-FFF2-40B4-BE49-F238E27FC236}">
                <a16:creationId xmlns:a16="http://schemas.microsoft.com/office/drawing/2014/main" id="{3B3BD88F-BA50-4A17-9D02-ACB88C2055CE}"/>
              </a:ext>
            </a:extLst>
          </p:cNvPr>
          <p:cNvSpPr>
            <a:spLocks xmlns:a="http://schemas.openxmlformats.org/drawingml/2006/main" noGrp="1"/>
          </p:cNvSpPr>
          <p:nvPr/>
        </p:nvSpPr>
        <p:spPr>
          <a:xfrm xmlns:a="http://schemas.openxmlformats.org/drawingml/2006/main">
            <a:off x="1790700" y="2771775"/>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Reads visible context</a:t>
            </a:r>
          </a:p>
        </p:txBody>
      </p:sp>
      <p:sp>
        <p:nvSpPr>
          <p:cNvPr id="9" name="">
            <a:extLst xmlns:a="http://schemas.openxmlformats.org/drawingml/2006/main">
              <a:ext uri="{FF2B5EF4-FFF2-40B4-BE49-F238E27FC236}">
                <a16:creationId xmlns:a16="http://schemas.microsoft.com/office/drawing/2014/main" id="{F1CCB19B-A1A7-4E40-A1EE-4A5CD90CB5C6}"/>
              </a:ext>
            </a:extLst>
          </p:cNvPr>
          <p:cNvSpPr>
            <a:spLocks xmlns:a="http://schemas.openxmlformats.org/drawingml/2006/main" noGrp="1"/>
          </p:cNvSpPr>
          <p:nvPr/>
        </p:nvSpPr>
        <p:spPr>
          <a:xfrm xmlns:a="http://schemas.openxmlformats.org/drawingml/2006/main">
            <a:off x="1219200" y="31432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10" name="">
            <a:extLst xmlns:a="http://schemas.openxmlformats.org/drawingml/2006/main">
              <a:ext uri="{FF2B5EF4-FFF2-40B4-BE49-F238E27FC236}">
                <a16:creationId xmlns:a16="http://schemas.microsoft.com/office/drawing/2014/main" id="{3C44EFEA-9D60-4A77-A76B-473C9DEA07C8}"/>
              </a:ext>
            </a:extLst>
          </p:cNvPr>
          <p:cNvSpPr>
            <a:spLocks xmlns:a="http://schemas.openxmlformats.org/drawingml/2006/main" noGrp="1"/>
          </p:cNvSpPr>
          <p:nvPr/>
        </p:nvSpPr>
        <p:spPr>
          <a:xfrm xmlns:a="http://schemas.openxmlformats.org/drawingml/2006/main">
            <a:off x="1333500" y="32385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2</a:t>
            </a:r>
          </a:p>
        </p:txBody>
      </p:sp>
      <p:sp>
        <p:nvSpPr>
          <p:cNvPr id="11" name="">
            <a:extLst xmlns:a="http://schemas.openxmlformats.org/drawingml/2006/main">
              <a:ext uri="{FF2B5EF4-FFF2-40B4-BE49-F238E27FC236}">
                <a16:creationId xmlns:a16="http://schemas.microsoft.com/office/drawing/2014/main" id="{E3549D23-AD31-4986-B0DA-A8845F371E8F}"/>
              </a:ext>
            </a:extLst>
          </p:cNvPr>
          <p:cNvSpPr>
            <a:spLocks xmlns:a="http://schemas.openxmlformats.org/drawingml/2006/main" noGrp="1"/>
          </p:cNvSpPr>
          <p:nvPr/>
        </p:nvSpPr>
        <p:spPr>
          <a:xfrm xmlns:a="http://schemas.openxmlformats.org/drawingml/2006/main">
            <a:off x="1790700" y="3228975"/>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Generates tokens</a:t>
            </a:r>
          </a:p>
        </p:txBody>
      </p:sp>
      <p:sp>
        <p:nvSpPr>
          <p:cNvPr id="12" name="">
            <a:extLst xmlns:a="http://schemas.openxmlformats.org/drawingml/2006/main">
              <a:ext uri="{FF2B5EF4-FFF2-40B4-BE49-F238E27FC236}">
                <a16:creationId xmlns:a16="http://schemas.microsoft.com/office/drawing/2014/main" id="{31956C35-6468-4339-8588-294190979AE0}"/>
              </a:ext>
            </a:extLst>
          </p:cNvPr>
          <p:cNvSpPr>
            <a:spLocks xmlns:a="http://schemas.openxmlformats.org/drawingml/2006/main" noGrp="1"/>
          </p:cNvSpPr>
          <p:nvPr/>
        </p:nvSpPr>
        <p:spPr>
          <a:xfrm xmlns:a="http://schemas.openxmlformats.org/drawingml/2006/main">
            <a:off x="1219200" y="36004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13" name="">
            <a:extLst xmlns:a="http://schemas.openxmlformats.org/drawingml/2006/main">
              <a:ext uri="{FF2B5EF4-FFF2-40B4-BE49-F238E27FC236}">
                <a16:creationId xmlns:a16="http://schemas.microsoft.com/office/drawing/2014/main" id="{39A2D8B9-FBDC-4B7C-961E-4EF8601B5F74}"/>
              </a:ext>
            </a:extLst>
          </p:cNvPr>
          <p:cNvSpPr>
            <a:spLocks xmlns:a="http://schemas.openxmlformats.org/drawingml/2006/main" noGrp="1"/>
          </p:cNvSpPr>
          <p:nvPr/>
        </p:nvSpPr>
        <p:spPr>
          <a:xfrm xmlns:a="http://schemas.openxmlformats.org/drawingml/2006/main">
            <a:off x="1333500" y="36957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3</a:t>
            </a:r>
          </a:p>
        </p:txBody>
      </p:sp>
      <p:sp>
        <p:nvSpPr>
          <p:cNvPr id="14" name="">
            <a:extLst xmlns:a="http://schemas.openxmlformats.org/drawingml/2006/main">
              <a:ext uri="{FF2B5EF4-FFF2-40B4-BE49-F238E27FC236}">
                <a16:creationId xmlns:a16="http://schemas.microsoft.com/office/drawing/2014/main" id="{3858C4EF-D697-4166-A2F0-BD8FBF65C94C}"/>
              </a:ext>
            </a:extLst>
          </p:cNvPr>
          <p:cNvSpPr>
            <a:spLocks xmlns:a="http://schemas.openxmlformats.org/drawingml/2006/main" noGrp="1"/>
          </p:cNvSpPr>
          <p:nvPr/>
        </p:nvSpPr>
        <p:spPr>
          <a:xfrm xmlns:a="http://schemas.openxmlformats.org/drawingml/2006/main">
            <a:off x="1790700" y="3686175"/>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May propose tool calls</a:t>
            </a:r>
          </a:p>
        </p:txBody>
      </p:sp>
      <p:sp>
        <p:nvSpPr>
          <p:cNvPr id="15" name="">
            <a:extLst xmlns:a="http://schemas.openxmlformats.org/drawingml/2006/main">
              <a:ext uri="{FF2B5EF4-FFF2-40B4-BE49-F238E27FC236}">
                <a16:creationId xmlns:a16="http://schemas.microsoft.com/office/drawing/2014/main" id="{F5D2F70C-1F63-4213-B716-1E2448962F6F}"/>
              </a:ext>
            </a:extLst>
          </p:cNvPr>
          <p:cNvSpPr>
            <a:spLocks xmlns:a="http://schemas.openxmlformats.org/drawingml/2006/main" noGrp="1"/>
          </p:cNvSpPr>
          <p:nvPr/>
        </p:nvSpPr>
        <p:spPr>
          <a:xfrm xmlns:a="http://schemas.openxmlformats.org/drawingml/2006/main">
            <a:off x="1219200" y="40576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16" name="">
            <a:extLst xmlns:a="http://schemas.openxmlformats.org/drawingml/2006/main">
              <a:ext uri="{FF2B5EF4-FFF2-40B4-BE49-F238E27FC236}">
                <a16:creationId xmlns:a16="http://schemas.microsoft.com/office/drawing/2014/main" id="{687C408E-3AC7-43B8-9481-AB184B71F604}"/>
              </a:ext>
            </a:extLst>
          </p:cNvPr>
          <p:cNvSpPr>
            <a:spLocks xmlns:a="http://schemas.openxmlformats.org/drawingml/2006/main" noGrp="1"/>
          </p:cNvSpPr>
          <p:nvPr/>
        </p:nvSpPr>
        <p:spPr>
          <a:xfrm xmlns:a="http://schemas.openxmlformats.org/drawingml/2006/main">
            <a:off x="1333500" y="41529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4</a:t>
            </a:r>
          </a:p>
        </p:txBody>
      </p:sp>
      <p:sp>
        <p:nvSpPr>
          <p:cNvPr id="17" name="">
            <a:extLst xmlns:a="http://schemas.openxmlformats.org/drawingml/2006/main">
              <a:ext uri="{FF2B5EF4-FFF2-40B4-BE49-F238E27FC236}">
                <a16:creationId xmlns:a16="http://schemas.microsoft.com/office/drawing/2014/main" id="{EBF0AB12-F1FF-40BA-8374-C9F1CDCEAC47}"/>
              </a:ext>
            </a:extLst>
          </p:cNvPr>
          <p:cNvSpPr>
            <a:spLocks xmlns:a="http://schemas.openxmlformats.org/drawingml/2006/main" noGrp="1"/>
          </p:cNvSpPr>
          <p:nvPr/>
        </p:nvSpPr>
        <p:spPr>
          <a:xfrm xmlns:a="http://schemas.openxmlformats.org/drawingml/2006/main">
            <a:off x="1790700" y="4143375"/>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Does not directly touch external systems</a:t>
            </a:r>
          </a:p>
        </p:txBody>
      </p:sp>
      <p:sp>
        <p:nvSpPr>
          <p:cNvPr id="18" name="">
            <a:extLst xmlns:a="http://schemas.openxmlformats.org/drawingml/2006/main">
              <a:ext uri="{FF2B5EF4-FFF2-40B4-BE49-F238E27FC236}">
                <a16:creationId xmlns:a16="http://schemas.microsoft.com/office/drawing/2014/main" id="{0CFB194D-1351-4F4E-A280-97F9D265A77E}"/>
              </a:ext>
            </a:extLst>
          </p:cNvPr>
          <p:cNvSpPr>
            <a:spLocks xmlns:a="http://schemas.openxmlformats.org/drawingml/2006/main" noGrp="1"/>
          </p:cNvSpPr>
          <p:nvPr/>
        </p:nvSpPr>
        <p:spPr>
          <a:xfrm xmlns:a="http://schemas.openxmlformats.org/drawingml/2006/main">
            <a:off x="6800850" y="1695450"/>
            <a:ext cx="4572000" cy="3314700"/>
          </a:xfrm>
          <a:prstGeom xmlns:a="http://schemas.openxmlformats.org/drawingml/2006/main" prst="roundRect">
            <a:avLst>
              <a:gd name="adj" fmla="val 2299"/>
            </a:avLst>
          </a:prstGeom>
          <a:solidFill xmlns:a="http://schemas.openxmlformats.org/drawingml/2006/main">
            <a:srgbClr val="EEF6FF"/>
          </a:solidFill>
          <a:ln xmlns:a="http://schemas.openxmlformats.org/drawingml/2006/main" w="10478">
            <a:solidFill>
              <a:srgbClr val="138A43"/>
            </a:solidFill>
            <a:prstDash val="solid"/>
          </a:ln>
        </p:spPr>
      </p:sp>
      <p:sp>
        <p:nvSpPr>
          <p:cNvPr id="19" name="">
            <a:extLst xmlns:a="http://schemas.openxmlformats.org/drawingml/2006/main">
              <a:ext uri="{FF2B5EF4-FFF2-40B4-BE49-F238E27FC236}">
                <a16:creationId xmlns:a16="http://schemas.microsoft.com/office/drawing/2014/main" id="{7B25EC30-68FB-4DDA-8BE4-A0E9CC70A0D2}"/>
              </a:ext>
            </a:extLst>
          </p:cNvPr>
          <p:cNvSpPr>
            <a:spLocks xmlns:a="http://schemas.openxmlformats.org/drawingml/2006/main" noGrp="1"/>
          </p:cNvSpPr>
          <p:nvPr/>
        </p:nvSpPr>
        <p:spPr>
          <a:xfrm xmlns:a="http://schemas.openxmlformats.org/drawingml/2006/main">
            <a:off x="7658100" y="2000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i="0">
                <a:solidFill>
                  <a:srgbClr val="138A43"/>
                </a:solidFill>
              </a:defRPr>
            </a:pPr>
            <a:r>
              <a:rPr sz="2550" b="1" i="0">
                <a:solidFill>
                  <a:srgbClr val="138A43"/>
                </a:solidFill>
              </a:rPr>
              <a:t>Harness</a:t>
            </a:r>
          </a:p>
        </p:txBody>
      </p:sp>
      <p:sp>
        <p:nvSpPr>
          <p:cNvPr id="20" name="">
            <a:extLst xmlns:a="http://schemas.openxmlformats.org/drawingml/2006/main">
              <a:ext uri="{FF2B5EF4-FFF2-40B4-BE49-F238E27FC236}">
                <a16:creationId xmlns:a16="http://schemas.microsoft.com/office/drawing/2014/main" id="{1B9E3E5A-4F7D-47FF-BBA8-47779CA791C2}"/>
              </a:ext>
            </a:extLst>
          </p:cNvPr>
          <p:cNvSpPr>
            <a:spLocks xmlns:a="http://schemas.openxmlformats.org/drawingml/2006/main" noGrp="1"/>
          </p:cNvSpPr>
          <p:nvPr/>
        </p:nvSpPr>
        <p:spPr>
          <a:xfrm xmlns:a="http://schemas.openxmlformats.org/drawingml/2006/main">
            <a:off x="7200900" y="26860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21" name="">
            <a:extLst xmlns:a="http://schemas.openxmlformats.org/drawingml/2006/main">
              <a:ext uri="{FF2B5EF4-FFF2-40B4-BE49-F238E27FC236}">
                <a16:creationId xmlns:a16="http://schemas.microsoft.com/office/drawing/2014/main" id="{69D05D1D-CDE3-4284-8337-13A6B5EEDE45}"/>
              </a:ext>
            </a:extLst>
          </p:cNvPr>
          <p:cNvSpPr>
            <a:spLocks xmlns:a="http://schemas.openxmlformats.org/drawingml/2006/main" noGrp="1"/>
          </p:cNvSpPr>
          <p:nvPr/>
        </p:nvSpPr>
        <p:spPr>
          <a:xfrm xmlns:a="http://schemas.openxmlformats.org/drawingml/2006/main">
            <a:off x="7315200" y="27813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1</a:t>
            </a:r>
          </a:p>
        </p:txBody>
      </p:sp>
      <p:sp>
        <p:nvSpPr>
          <p:cNvPr id="22" name="">
            <a:extLst xmlns:a="http://schemas.openxmlformats.org/drawingml/2006/main">
              <a:ext uri="{FF2B5EF4-FFF2-40B4-BE49-F238E27FC236}">
                <a16:creationId xmlns:a16="http://schemas.microsoft.com/office/drawing/2014/main" id="{B18C8B2A-EB2F-4C05-BE2F-E57E869F6017}"/>
              </a:ext>
            </a:extLst>
          </p:cNvPr>
          <p:cNvSpPr>
            <a:spLocks xmlns:a="http://schemas.openxmlformats.org/drawingml/2006/main" noGrp="1"/>
          </p:cNvSpPr>
          <p:nvPr/>
        </p:nvSpPr>
        <p:spPr>
          <a:xfrm xmlns:a="http://schemas.openxmlformats.org/drawingml/2006/main">
            <a:off x="7772400" y="27717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Builds context for this turn</a:t>
            </a:r>
          </a:p>
        </p:txBody>
      </p:sp>
      <p:sp>
        <p:nvSpPr>
          <p:cNvPr id="23" name="">
            <a:extLst xmlns:a="http://schemas.openxmlformats.org/drawingml/2006/main">
              <a:ext uri="{FF2B5EF4-FFF2-40B4-BE49-F238E27FC236}">
                <a16:creationId xmlns:a16="http://schemas.microsoft.com/office/drawing/2014/main" id="{67821213-F1B4-4053-B1BA-E5F27F7A2514}"/>
              </a:ext>
            </a:extLst>
          </p:cNvPr>
          <p:cNvSpPr>
            <a:spLocks xmlns:a="http://schemas.openxmlformats.org/drawingml/2006/main" noGrp="1"/>
          </p:cNvSpPr>
          <p:nvPr/>
        </p:nvSpPr>
        <p:spPr>
          <a:xfrm xmlns:a="http://schemas.openxmlformats.org/drawingml/2006/main">
            <a:off x="7200900" y="31432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24" name="">
            <a:extLst xmlns:a="http://schemas.openxmlformats.org/drawingml/2006/main">
              <a:ext uri="{FF2B5EF4-FFF2-40B4-BE49-F238E27FC236}">
                <a16:creationId xmlns:a16="http://schemas.microsoft.com/office/drawing/2014/main" id="{D846CD51-3CF5-42DD-AF05-487D86542B09}"/>
              </a:ext>
            </a:extLst>
          </p:cNvPr>
          <p:cNvSpPr>
            <a:spLocks xmlns:a="http://schemas.openxmlformats.org/drawingml/2006/main" noGrp="1"/>
          </p:cNvSpPr>
          <p:nvPr/>
        </p:nvSpPr>
        <p:spPr>
          <a:xfrm xmlns:a="http://schemas.openxmlformats.org/drawingml/2006/main">
            <a:off x="7315200" y="32385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2</a:t>
            </a:r>
          </a:p>
        </p:txBody>
      </p:sp>
      <p:sp>
        <p:nvSpPr>
          <p:cNvPr id="25" name="">
            <a:extLst xmlns:a="http://schemas.openxmlformats.org/drawingml/2006/main">
              <a:ext uri="{FF2B5EF4-FFF2-40B4-BE49-F238E27FC236}">
                <a16:creationId xmlns:a16="http://schemas.microsoft.com/office/drawing/2014/main" id="{F59D2AC0-3945-4356-B51E-3CA1E8D6186D}"/>
              </a:ext>
            </a:extLst>
          </p:cNvPr>
          <p:cNvSpPr>
            <a:spLocks xmlns:a="http://schemas.openxmlformats.org/drawingml/2006/main" noGrp="1"/>
          </p:cNvSpPr>
          <p:nvPr/>
        </p:nvSpPr>
        <p:spPr>
          <a:xfrm xmlns:a="http://schemas.openxmlformats.org/drawingml/2006/main">
            <a:off x="7772400" y="32289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Injects instructions and tools</a:t>
            </a:r>
          </a:p>
        </p:txBody>
      </p:sp>
      <p:sp>
        <p:nvSpPr>
          <p:cNvPr id="26" name="">
            <a:extLst xmlns:a="http://schemas.openxmlformats.org/drawingml/2006/main">
              <a:ext uri="{FF2B5EF4-FFF2-40B4-BE49-F238E27FC236}">
                <a16:creationId xmlns:a16="http://schemas.microsoft.com/office/drawing/2014/main" id="{FCB10BFB-625B-4D57-9DB6-5079971A43E9}"/>
              </a:ext>
            </a:extLst>
          </p:cNvPr>
          <p:cNvSpPr>
            <a:spLocks xmlns:a="http://schemas.openxmlformats.org/drawingml/2006/main" noGrp="1"/>
          </p:cNvSpPr>
          <p:nvPr/>
        </p:nvSpPr>
        <p:spPr>
          <a:xfrm xmlns:a="http://schemas.openxmlformats.org/drawingml/2006/main">
            <a:off x="7200900" y="36004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27" name="">
            <a:extLst xmlns:a="http://schemas.openxmlformats.org/drawingml/2006/main">
              <a:ext uri="{FF2B5EF4-FFF2-40B4-BE49-F238E27FC236}">
                <a16:creationId xmlns:a16="http://schemas.microsoft.com/office/drawing/2014/main" id="{81CA16A5-5612-4E8D-AB02-0F9C0357BEAB}"/>
              </a:ext>
            </a:extLst>
          </p:cNvPr>
          <p:cNvSpPr>
            <a:spLocks xmlns:a="http://schemas.openxmlformats.org/drawingml/2006/main" noGrp="1"/>
          </p:cNvSpPr>
          <p:nvPr/>
        </p:nvSpPr>
        <p:spPr>
          <a:xfrm xmlns:a="http://schemas.openxmlformats.org/drawingml/2006/main">
            <a:off x="7315200" y="36957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3</a:t>
            </a:r>
          </a:p>
        </p:txBody>
      </p:sp>
      <p:sp>
        <p:nvSpPr>
          <p:cNvPr id="28" name="">
            <a:extLst xmlns:a="http://schemas.openxmlformats.org/drawingml/2006/main">
              <a:ext uri="{FF2B5EF4-FFF2-40B4-BE49-F238E27FC236}">
                <a16:creationId xmlns:a16="http://schemas.microsoft.com/office/drawing/2014/main" id="{A9210116-95EF-4E16-8282-D7EA4169B0C0}"/>
              </a:ext>
            </a:extLst>
          </p:cNvPr>
          <p:cNvSpPr>
            <a:spLocks xmlns:a="http://schemas.openxmlformats.org/drawingml/2006/main" noGrp="1"/>
          </p:cNvSpPr>
          <p:nvPr/>
        </p:nvSpPr>
        <p:spPr>
          <a:xfrm xmlns:a="http://schemas.openxmlformats.org/drawingml/2006/main">
            <a:off x="7772400" y="36861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Validates permissions and risk</a:t>
            </a:r>
          </a:p>
        </p:txBody>
      </p:sp>
      <p:sp>
        <p:nvSpPr>
          <p:cNvPr id="29" name="">
            <a:extLst xmlns:a="http://schemas.openxmlformats.org/drawingml/2006/main">
              <a:ext uri="{FF2B5EF4-FFF2-40B4-BE49-F238E27FC236}">
                <a16:creationId xmlns:a16="http://schemas.microsoft.com/office/drawing/2014/main" id="{A81B820A-1F3A-4AF1-A0EF-2FB311CD0B2D}"/>
              </a:ext>
            </a:extLst>
          </p:cNvPr>
          <p:cNvSpPr>
            <a:spLocks xmlns:a="http://schemas.openxmlformats.org/drawingml/2006/main" noGrp="1"/>
          </p:cNvSpPr>
          <p:nvPr/>
        </p:nvSpPr>
        <p:spPr>
          <a:xfrm xmlns:a="http://schemas.openxmlformats.org/drawingml/2006/main">
            <a:off x="7200900" y="40576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30" name="">
            <a:extLst xmlns:a="http://schemas.openxmlformats.org/drawingml/2006/main">
              <a:ext uri="{FF2B5EF4-FFF2-40B4-BE49-F238E27FC236}">
                <a16:creationId xmlns:a16="http://schemas.microsoft.com/office/drawing/2014/main" id="{4D859F4F-8E03-4654-B1CE-7D7F58640FB6}"/>
              </a:ext>
            </a:extLst>
          </p:cNvPr>
          <p:cNvSpPr>
            <a:spLocks xmlns:a="http://schemas.openxmlformats.org/drawingml/2006/main" noGrp="1"/>
          </p:cNvSpPr>
          <p:nvPr/>
        </p:nvSpPr>
        <p:spPr>
          <a:xfrm xmlns:a="http://schemas.openxmlformats.org/drawingml/2006/main">
            <a:off x="7315200" y="41529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4</a:t>
            </a:r>
          </a:p>
        </p:txBody>
      </p:sp>
      <p:sp>
        <p:nvSpPr>
          <p:cNvPr id="31" name="">
            <a:extLst xmlns:a="http://schemas.openxmlformats.org/drawingml/2006/main">
              <a:ext uri="{FF2B5EF4-FFF2-40B4-BE49-F238E27FC236}">
                <a16:creationId xmlns:a16="http://schemas.microsoft.com/office/drawing/2014/main" id="{BC8B1344-E0A6-44BF-AEA9-6DE35CBC76B0}"/>
              </a:ext>
            </a:extLst>
          </p:cNvPr>
          <p:cNvSpPr>
            <a:spLocks xmlns:a="http://schemas.openxmlformats.org/drawingml/2006/main" noGrp="1"/>
          </p:cNvSpPr>
          <p:nvPr/>
        </p:nvSpPr>
        <p:spPr>
          <a:xfrm xmlns:a="http://schemas.openxmlformats.org/drawingml/2006/main">
            <a:off x="7772400" y="41433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Executes outside the model and writes back</a:t>
            </a:r>
          </a:p>
        </p:txBody>
      </p:sp>
      <p:sp>
        <p:nvSpPr>
          <p:cNvPr id="32" name="">
            <a:extLst xmlns:a="http://schemas.openxmlformats.org/drawingml/2006/main">
              <a:ext uri="{FF2B5EF4-FFF2-40B4-BE49-F238E27FC236}">
                <a16:creationId xmlns:a16="http://schemas.microsoft.com/office/drawing/2014/main" id="{2B30D2EA-493D-466C-8FD9-4C8ADE186C4E}"/>
              </a:ext>
            </a:extLst>
          </p:cNvPr>
          <p:cNvSpPr>
            <a:spLocks xmlns:a="http://schemas.openxmlformats.org/drawingml/2006/main" noGrp="1"/>
          </p:cNvSpPr>
          <p:nvPr/>
        </p:nvSpPr>
        <p:spPr>
          <a:xfrm xmlns:a="http://schemas.openxmlformats.org/drawingml/2006/main">
            <a:off x="5581650" y="3333750"/>
            <a:ext cx="1028700" cy="0"/>
          </a:xfrm>
          <a:prstGeom xmlns:a="http://schemas.openxmlformats.org/drawingml/2006/main" prst="line">
            <a:avLst/>
          </a:prstGeom>
          <a:ln xmlns:a="http://schemas.openxmlformats.org/drawingml/2006/main" w="38100">
            <a:solidFill>
              <a:srgbClr val="004AAD"/>
            </a:solidFill>
            <a:prstDash val="solid"/>
          </a:ln>
        </p:spPr>
      </p:sp>
      <p:sp>
        <p:nvSpPr>
          <p:cNvPr id="33" name="">
            <a:extLst xmlns:a="http://schemas.openxmlformats.org/drawingml/2006/main">
              <a:ext uri="{FF2B5EF4-FFF2-40B4-BE49-F238E27FC236}">
                <a16:creationId xmlns:a16="http://schemas.microsoft.com/office/drawing/2014/main" id="{8BC0CB49-ACEE-463A-B8AF-D8D401EA6F19}"/>
              </a:ext>
            </a:extLst>
          </p:cNvPr>
          <p:cNvSpPr>
            <a:spLocks xmlns:a="http://schemas.openxmlformats.org/drawingml/2006/main" noGrp="1"/>
          </p:cNvSpPr>
          <p:nvPr/>
        </p:nvSpPr>
        <p:spPr>
          <a:xfrm xmlns:a="http://schemas.openxmlformats.org/drawingml/2006/main">
            <a:off x="5638800" y="2724150"/>
            <a:ext cx="914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04AAD"/>
                </a:solidFill>
              </a:defRPr>
            </a:pPr>
            <a:r>
              <a:rPr sz="1275" b="0" i="0">
                <a:solidFill>
                  <a:srgbClr val="004AAD"/>
                </a:solidFill>
              </a:rPr>
              <a:t>context</a:t>
            </a:r>
          </a:p>
          <a:p xmlns:a="http://schemas.openxmlformats.org/drawingml/2006/main">
            <a:pPr algn="ctr">
              <a:defRPr sz="1275" b="0" i="0">
                <a:solidFill>
                  <a:srgbClr val="004AAD"/>
                </a:solidFill>
              </a:defRPr>
            </a:pPr>
            <a:r>
              <a:rPr sz="1275" b="0" i="0">
                <a:solidFill>
                  <a:srgbClr val="004AAD"/>
                </a:solidFill>
              </a:rPr>
              <a:t>and calls</a:t>
            </a:r>
          </a:p>
        </p:txBody>
      </p:sp>
      <p:sp>
        <p:nvSpPr>
          <p:cNvPr id="34" name="">
            <a:extLst xmlns:a="http://schemas.openxmlformats.org/drawingml/2006/main">
              <a:ext uri="{FF2B5EF4-FFF2-40B4-BE49-F238E27FC236}">
                <a16:creationId xmlns:a16="http://schemas.microsoft.com/office/drawing/2014/main" id="{B8BB8B45-7680-4B16-9B9E-3CEF0D153516}"/>
              </a:ext>
            </a:extLst>
          </p:cNvPr>
          <p:cNvSpPr>
            <a:spLocks xmlns:a="http://schemas.openxmlformats.org/drawingml/2006/main" noGrp="1"/>
          </p:cNvSpPr>
          <p:nvPr/>
        </p:nvSpPr>
        <p:spPr>
          <a:xfrm xmlns:a="http://schemas.openxmlformats.org/drawingml/2006/main">
            <a:off x="5638800" y="3600450"/>
            <a:ext cx="914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138A43"/>
                </a:solidFill>
              </a:defRPr>
            </a:pPr>
            <a:r>
              <a:rPr sz="1275" b="0" i="0">
                <a:solidFill>
                  <a:srgbClr val="138A43"/>
                </a:solidFill>
              </a:rPr>
              <a:t>results</a:t>
            </a:r>
          </a:p>
          <a:p xmlns:a="http://schemas.openxmlformats.org/drawingml/2006/main">
            <a:pPr algn="ctr">
              <a:defRPr sz="1275" b="0" i="0">
                <a:solidFill>
                  <a:srgbClr val="138A43"/>
                </a:solidFill>
              </a:defRPr>
            </a:pPr>
            <a:r>
              <a:rPr sz="1275" b="0" i="0">
                <a:solidFill>
                  <a:srgbClr val="138A43"/>
                </a:solidFill>
              </a:rPr>
              <a:t>and logs</a:t>
            </a:r>
          </a:p>
        </p:txBody>
      </p:sp>
      <p:sp>
        <p:nvSpPr>
          <p:cNvPr id="35" name="">
            <a:extLst xmlns:a="http://schemas.openxmlformats.org/drawingml/2006/main">
              <a:ext uri="{FF2B5EF4-FFF2-40B4-BE49-F238E27FC236}">
                <a16:creationId xmlns:a16="http://schemas.microsoft.com/office/drawing/2014/main" id="{01388F65-E857-4F19-A111-0C33B2923451}"/>
              </a:ext>
            </a:extLst>
          </p:cNvPr>
          <p:cNvSpPr>
            <a:spLocks xmlns:a="http://schemas.openxmlformats.org/drawingml/2006/main" noGrp="1"/>
          </p:cNvSpPr>
          <p:nvPr/>
        </p:nvSpPr>
        <p:spPr>
          <a:xfrm xmlns:a="http://schemas.openxmlformats.org/drawingml/2006/main">
            <a:off x="1466850" y="5600700"/>
            <a:ext cx="9258300" cy="495300"/>
          </a:xfrm>
          <a:prstGeom xmlns:a="http://schemas.openxmlformats.org/drawingml/2006/main" prst="roundRect">
            <a:avLst>
              <a:gd name="adj" fmla="val 15385"/>
            </a:avLst>
          </a:prstGeom>
          <a:solidFill xmlns:a="http://schemas.openxmlformats.org/drawingml/2006/main">
            <a:srgbClr val="FFF7DF"/>
          </a:solidFill>
          <a:ln xmlns:a="http://schemas.openxmlformats.org/drawingml/2006/main" w="10478">
            <a:solidFill>
              <a:srgbClr val="F0D891"/>
            </a:solidFill>
            <a:prstDash val="solid"/>
          </a:ln>
        </p:spPr>
      </p:sp>
      <p:sp>
        <p:nvSpPr>
          <p:cNvPr id="36" name="">
            <a:extLst xmlns:a="http://schemas.openxmlformats.org/drawingml/2006/main">
              <a:ext uri="{FF2B5EF4-FFF2-40B4-BE49-F238E27FC236}">
                <a16:creationId xmlns:a16="http://schemas.microsoft.com/office/drawing/2014/main" id="{AB4DFD33-9DBF-4D72-8B56-930A2F98EF99}"/>
              </a:ext>
            </a:extLst>
          </p:cNvPr>
          <p:cNvSpPr>
            <a:spLocks xmlns:a="http://schemas.openxmlformats.org/drawingml/2006/main" noGrp="1"/>
          </p:cNvSpPr>
          <p:nvPr/>
        </p:nvSpPr>
        <p:spPr>
          <a:xfrm xmlns:a="http://schemas.openxmlformats.org/drawingml/2006/main">
            <a:off x="1866900" y="5753100"/>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D88A00"/>
                </a:solidFill>
              </a:defRPr>
            </a:pPr>
            <a:r>
              <a:rPr sz="1500" b="1" i="0">
                <a:solidFill>
                  <a:srgbClr val="D88A00"/>
                </a:solidFill>
              </a:rPr>
              <a:t>Boundary</a:t>
            </a:r>
          </a:p>
        </p:txBody>
      </p:sp>
      <p:sp>
        <p:nvSpPr>
          <p:cNvPr id="37" name="">
            <a:extLst xmlns:a="http://schemas.openxmlformats.org/drawingml/2006/main">
              <a:ext uri="{FF2B5EF4-FFF2-40B4-BE49-F238E27FC236}">
                <a16:creationId xmlns:a16="http://schemas.microsoft.com/office/drawing/2014/main" id="{54D21EB5-1F2D-4F84-8E81-2A287E343B19}"/>
              </a:ext>
            </a:extLst>
          </p:cNvPr>
          <p:cNvSpPr>
            <a:spLocks xmlns:a="http://schemas.openxmlformats.org/drawingml/2006/main" noGrp="1"/>
          </p:cNvSpPr>
          <p:nvPr/>
        </p:nvSpPr>
        <p:spPr>
          <a:xfrm xmlns:a="http://schemas.openxmlformats.org/drawingml/2006/main">
            <a:off x="3295650" y="575310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The harness manages context budget; it does not enlarge the model's context window.</a:t>
            </a:r>
          </a:p>
        </p:txBody>
      </p:sp>
    </p:spTree>
    <p:extLst>
      <p:ext uri="{BB962C8B-B14F-4D97-AF65-F5344CB8AC3E}">
        <p14:creationId xmlns:p14="http://schemas.microsoft.com/office/powerpoint/2010/main" val="143791212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85276B7-927E-4921-8100-943BBA394075}"/>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The Harness Manages the Paper for Each Turn</a:t>
            </a:r>
          </a:p>
        </p:txBody>
      </p:sp>
      <p:sp>
        <p:nvSpPr>
          <p:cNvPr id="2" name="">
            <a:extLst xmlns:a="http://schemas.openxmlformats.org/drawingml/2006/main">
              <a:ext uri="{FF2B5EF4-FFF2-40B4-BE49-F238E27FC236}">
                <a16:creationId xmlns:a16="http://schemas.microsoft.com/office/drawing/2014/main" id="{33840456-EDF1-4D32-AA2F-08B04361F53B}"/>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It assembles what the model sees and records what happens next.</a:t>
            </a:r>
          </a:p>
        </p:txBody>
      </p:sp>
      <p:sp>
        <p:nvSpPr>
          <p:cNvPr id="3" name="">
            <a:extLst xmlns:a="http://schemas.openxmlformats.org/drawingml/2006/main">
              <a:ext uri="{FF2B5EF4-FFF2-40B4-BE49-F238E27FC236}">
                <a16:creationId xmlns:a16="http://schemas.microsoft.com/office/drawing/2014/main" id="{A1C983B9-4384-4F22-8731-6A6372051E53}"/>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7A9BDC6D-C0DB-4D94-8982-979D55533159}"/>
              </a:ext>
            </a:extLst>
          </p:cNvPr>
          <p:cNvSpPr>
            <a:spLocks xmlns:a="http://schemas.openxmlformats.org/drawingml/2006/main" noGrp="1"/>
          </p:cNvSpPr>
          <p:nvPr/>
        </p:nvSpPr>
        <p:spPr>
          <a:xfrm xmlns:a="http://schemas.openxmlformats.org/drawingml/2006/main">
            <a:off x="4400550" y="1695450"/>
            <a:ext cx="3390900" cy="31432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0478">
            <a:solidFill>
              <a:srgbClr val="004AA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8FD6AEA9-7894-418D-9107-90D51BD08413}"/>
              </a:ext>
            </a:extLst>
          </p:cNvPr>
          <p:cNvSpPr>
            <a:spLocks xmlns:a="http://schemas.openxmlformats.org/drawingml/2006/main" noGrp="1"/>
          </p:cNvSpPr>
          <p:nvPr/>
        </p:nvSpPr>
        <p:spPr>
          <a:xfrm xmlns:a="http://schemas.openxmlformats.org/drawingml/2006/main">
            <a:off x="4953000" y="19621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4AAD"/>
                </a:solidFill>
              </a:defRPr>
            </a:pPr>
            <a:r>
              <a:rPr sz="2100" b="1" i="0">
                <a:solidFill>
                  <a:srgbClr val="004AAD"/>
                </a:solidFill>
              </a:rPr>
              <a:t>Paper / Context</a:t>
            </a:r>
          </a:p>
        </p:txBody>
      </p:sp>
      <p:sp>
        <p:nvSpPr>
          <p:cNvPr id="6" name="">
            <a:extLst xmlns:a="http://schemas.openxmlformats.org/drawingml/2006/main">
              <a:ext uri="{FF2B5EF4-FFF2-40B4-BE49-F238E27FC236}">
                <a16:creationId xmlns:a16="http://schemas.microsoft.com/office/drawing/2014/main" id="{0071DABD-6766-40DA-AD8D-AE968CC04E4B}"/>
              </a:ext>
            </a:extLst>
          </p:cNvPr>
          <p:cNvSpPr>
            <a:spLocks xmlns:a="http://schemas.openxmlformats.org/drawingml/2006/main" noGrp="1"/>
          </p:cNvSpPr>
          <p:nvPr/>
        </p:nvSpPr>
        <p:spPr>
          <a:xfrm xmlns:a="http://schemas.openxmlformats.org/drawingml/2006/main">
            <a:off x="4914900" y="2457450"/>
            <a:ext cx="2362200" cy="285750"/>
          </a:xfrm>
          <a:prstGeom xmlns:a="http://schemas.openxmlformats.org/drawingml/2006/main" prst="roundRect">
            <a:avLst>
              <a:gd name="adj" fmla="val 20000"/>
            </a:avLst>
          </a:prstGeom>
          <a:solidFill xmlns:a="http://schemas.openxmlformats.org/drawingml/2006/main">
            <a:srgbClr val="F8FBFF"/>
          </a:solidFill>
          <a:ln xmlns:a="http://schemas.openxmlformats.org/drawingml/2006/main" w="10478">
            <a:solidFill>
              <a:srgbClr val="D7E6FB"/>
            </a:solidFill>
            <a:prstDash val="solid"/>
          </a:ln>
        </p:spPr>
      </p:sp>
      <p:sp>
        <p:nvSpPr>
          <p:cNvPr id="7" name="">
            <a:extLst xmlns:a="http://schemas.openxmlformats.org/drawingml/2006/main">
              <a:ext uri="{FF2B5EF4-FFF2-40B4-BE49-F238E27FC236}">
                <a16:creationId xmlns:a16="http://schemas.microsoft.com/office/drawing/2014/main" id="{74B1C9CB-F189-4D73-9589-3CCDC21EE68D}"/>
              </a:ext>
            </a:extLst>
          </p:cNvPr>
          <p:cNvSpPr>
            <a:spLocks xmlns:a="http://schemas.openxmlformats.org/drawingml/2006/main" noGrp="1"/>
          </p:cNvSpPr>
          <p:nvPr/>
        </p:nvSpPr>
        <p:spPr>
          <a:xfrm xmlns:a="http://schemas.openxmlformats.org/drawingml/2006/main">
            <a:off x="5105400" y="2524125"/>
            <a:ext cx="1981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i="0">
                <a:solidFill>
                  <a:srgbClr val="061A45"/>
                </a:solidFill>
              </a:defRPr>
            </a:pPr>
            <a:r>
              <a:rPr sz="1125" b="1" i="0">
                <a:solidFill>
                  <a:srgbClr val="061A45"/>
                </a:solidFill>
              </a:rPr>
              <a:t>System rules</a:t>
            </a:r>
          </a:p>
        </p:txBody>
      </p:sp>
      <p:sp>
        <p:nvSpPr>
          <p:cNvPr id="8" name="">
            <a:extLst xmlns:a="http://schemas.openxmlformats.org/drawingml/2006/main">
              <a:ext uri="{FF2B5EF4-FFF2-40B4-BE49-F238E27FC236}">
                <a16:creationId xmlns:a16="http://schemas.microsoft.com/office/drawing/2014/main" id="{05072A16-1B31-429D-BF64-20C2E9EF2E4B}"/>
              </a:ext>
            </a:extLst>
          </p:cNvPr>
          <p:cNvSpPr>
            <a:spLocks xmlns:a="http://schemas.openxmlformats.org/drawingml/2006/main" noGrp="1"/>
          </p:cNvSpPr>
          <p:nvPr/>
        </p:nvSpPr>
        <p:spPr>
          <a:xfrm xmlns:a="http://schemas.openxmlformats.org/drawingml/2006/main">
            <a:off x="4914900" y="2876550"/>
            <a:ext cx="2362200" cy="285750"/>
          </a:xfrm>
          <a:prstGeom xmlns:a="http://schemas.openxmlformats.org/drawingml/2006/main" prst="roundRect">
            <a:avLst>
              <a:gd name="adj" fmla="val 20000"/>
            </a:avLst>
          </a:prstGeom>
          <a:solidFill xmlns:a="http://schemas.openxmlformats.org/drawingml/2006/main">
            <a:srgbClr val="EEF6FF"/>
          </a:solidFill>
          <a:ln xmlns:a="http://schemas.openxmlformats.org/drawingml/2006/main" w="10478">
            <a:solidFill>
              <a:srgbClr val="D7E6FB"/>
            </a:solidFill>
            <a:prstDash val="solid"/>
          </a:ln>
        </p:spPr>
      </p:sp>
      <p:sp>
        <p:nvSpPr>
          <p:cNvPr id="9" name="">
            <a:extLst xmlns:a="http://schemas.openxmlformats.org/drawingml/2006/main">
              <a:ext uri="{FF2B5EF4-FFF2-40B4-BE49-F238E27FC236}">
                <a16:creationId xmlns:a16="http://schemas.microsoft.com/office/drawing/2014/main" id="{2C7FADBF-4842-4A81-91B7-5C8739328086}"/>
              </a:ext>
            </a:extLst>
          </p:cNvPr>
          <p:cNvSpPr>
            <a:spLocks xmlns:a="http://schemas.openxmlformats.org/drawingml/2006/main" noGrp="1"/>
          </p:cNvSpPr>
          <p:nvPr/>
        </p:nvSpPr>
        <p:spPr>
          <a:xfrm xmlns:a="http://schemas.openxmlformats.org/drawingml/2006/main">
            <a:off x="5105400" y="2943225"/>
            <a:ext cx="1981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i="0">
                <a:solidFill>
                  <a:srgbClr val="061A45"/>
                </a:solidFill>
              </a:defRPr>
            </a:pPr>
            <a:r>
              <a:rPr sz="1125" b="1" i="0">
                <a:solidFill>
                  <a:srgbClr val="061A45"/>
                </a:solidFill>
              </a:rPr>
              <a:t>User message</a:t>
            </a:r>
          </a:p>
        </p:txBody>
      </p:sp>
      <p:sp>
        <p:nvSpPr>
          <p:cNvPr id="10" name="">
            <a:extLst xmlns:a="http://schemas.openxmlformats.org/drawingml/2006/main">
              <a:ext uri="{FF2B5EF4-FFF2-40B4-BE49-F238E27FC236}">
                <a16:creationId xmlns:a16="http://schemas.microsoft.com/office/drawing/2014/main" id="{6B739D97-6185-4A89-A632-16BCF4266B2A}"/>
              </a:ext>
            </a:extLst>
          </p:cNvPr>
          <p:cNvSpPr>
            <a:spLocks xmlns:a="http://schemas.openxmlformats.org/drawingml/2006/main" noGrp="1"/>
          </p:cNvSpPr>
          <p:nvPr/>
        </p:nvSpPr>
        <p:spPr>
          <a:xfrm xmlns:a="http://schemas.openxmlformats.org/drawingml/2006/main">
            <a:off x="4914900" y="3295650"/>
            <a:ext cx="2362200" cy="285750"/>
          </a:xfrm>
          <a:prstGeom xmlns:a="http://schemas.openxmlformats.org/drawingml/2006/main" prst="roundRect">
            <a:avLst>
              <a:gd name="adj" fmla="val 20000"/>
            </a:avLst>
          </a:prstGeom>
          <a:solidFill xmlns:a="http://schemas.openxmlformats.org/drawingml/2006/main">
            <a:srgbClr val="F8FBFF"/>
          </a:solidFill>
          <a:ln xmlns:a="http://schemas.openxmlformats.org/drawingml/2006/main" w="10478">
            <a:solidFill>
              <a:srgbClr val="D7E6FB"/>
            </a:solidFill>
            <a:prstDash val="solid"/>
          </a:ln>
        </p:spPr>
      </p:sp>
      <p:sp>
        <p:nvSpPr>
          <p:cNvPr id="11" name="">
            <a:extLst xmlns:a="http://schemas.openxmlformats.org/drawingml/2006/main">
              <a:ext uri="{FF2B5EF4-FFF2-40B4-BE49-F238E27FC236}">
                <a16:creationId xmlns:a16="http://schemas.microsoft.com/office/drawing/2014/main" id="{FA9CBBDC-1CA7-478A-B54E-8714BE9685A1}"/>
              </a:ext>
            </a:extLst>
          </p:cNvPr>
          <p:cNvSpPr>
            <a:spLocks xmlns:a="http://schemas.openxmlformats.org/drawingml/2006/main" noGrp="1"/>
          </p:cNvSpPr>
          <p:nvPr/>
        </p:nvSpPr>
        <p:spPr>
          <a:xfrm xmlns:a="http://schemas.openxmlformats.org/drawingml/2006/main">
            <a:off x="5105400" y="3362325"/>
            <a:ext cx="1981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i="0">
                <a:solidFill>
                  <a:srgbClr val="061A45"/>
                </a:solidFill>
              </a:defRPr>
            </a:pPr>
            <a:r>
              <a:rPr sz="1125" b="1" i="0">
                <a:solidFill>
                  <a:srgbClr val="061A45"/>
                </a:solidFill>
              </a:rPr>
              <a:t>Tool definitions</a:t>
            </a:r>
          </a:p>
        </p:txBody>
      </p:sp>
      <p:sp>
        <p:nvSpPr>
          <p:cNvPr id="12" name="">
            <a:extLst xmlns:a="http://schemas.openxmlformats.org/drawingml/2006/main">
              <a:ext uri="{FF2B5EF4-FFF2-40B4-BE49-F238E27FC236}">
                <a16:creationId xmlns:a16="http://schemas.microsoft.com/office/drawing/2014/main" id="{CBD195FF-CCE6-46DA-8D6A-1CF18493B826}"/>
              </a:ext>
            </a:extLst>
          </p:cNvPr>
          <p:cNvSpPr>
            <a:spLocks xmlns:a="http://schemas.openxmlformats.org/drawingml/2006/main" noGrp="1"/>
          </p:cNvSpPr>
          <p:nvPr/>
        </p:nvSpPr>
        <p:spPr>
          <a:xfrm xmlns:a="http://schemas.openxmlformats.org/drawingml/2006/main">
            <a:off x="4914900" y="3714750"/>
            <a:ext cx="2362200" cy="285750"/>
          </a:xfrm>
          <a:prstGeom xmlns:a="http://schemas.openxmlformats.org/drawingml/2006/main" prst="roundRect">
            <a:avLst>
              <a:gd name="adj" fmla="val 20000"/>
            </a:avLst>
          </a:prstGeom>
          <a:solidFill xmlns:a="http://schemas.openxmlformats.org/drawingml/2006/main">
            <a:srgbClr val="EEF6FF"/>
          </a:solidFill>
          <a:ln xmlns:a="http://schemas.openxmlformats.org/drawingml/2006/main" w="10478">
            <a:solidFill>
              <a:srgbClr val="D7E6FB"/>
            </a:solidFill>
            <a:prstDash val="solid"/>
          </a:ln>
        </p:spPr>
      </p:sp>
      <p:sp>
        <p:nvSpPr>
          <p:cNvPr id="13" name="">
            <a:extLst xmlns:a="http://schemas.openxmlformats.org/drawingml/2006/main">
              <a:ext uri="{FF2B5EF4-FFF2-40B4-BE49-F238E27FC236}">
                <a16:creationId xmlns:a16="http://schemas.microsoft.com/office/drawing/2014/main" id="{B6CB05B3-BD5A-4D48-B30F-6B3B03C918AE}"/>
              </a:ext>
            </a:extLst>
          </p:cNvPr>
          <p:cNvSpPr>
            <a:spLocks xmlns:a="http://schemas.openxmlformats.org/drawingml/2006/main" noGrp="1"/>
          </p:cNvSpPr>
          <p:nvPr/>
        </p:nvSpPr>
        <p:spPr>
          <a:xfrm xmlns:a="http://schemas.openxmlformats.org/drawingml/2006/main">
            <a:off x="5105400" y="3781425"/>
            <a:ext cx="1981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i="0">
                <a:solidFill>
                  <a:srgbClr val="061A45"/>
                </a:solidFill>
              </a:defRPr>
            </a:pPr>
            <a:r>
              <a:rPr sz="1125" b="0" i="0">
                <a:solidFill>
                  <a:srgbClr val="061A45"/>
                </a:solidFill>
              </a:rPr>
              <a:t>Conversation state</a:t>
            </a:r>
          </a:p>
        </p:txBody>
      </p:sp>
      <p:sp>
        <p:nvSpPr>
          <p:cNvPr id="14" name="">
            <a:extLst xmlns:a="http://schemas.openxmlformats.org/drawingml/2006/main">
              <a:ext uri="{FF2B5EF4-FFF2-40B4-BE49-F238E27FC236}">
                <a16:creationId xmlns:a16="http://schemas.microsoft.com/office/drawing/2014/main" id="{BDE37CF0-817C-4E4C-A7F1-91A0B9074481}"/>
              </a:ext>
            </a:extLst>
          </p:cNvPr>
          <p:cNvSpPr>
            <a:spLocks xmlns:a="http://schemas.openxmlformats.org/drawingml/2006/main" noGrp="1"/>
          </p:cNvSpPr>
          <p:nvPr/>
        </p:nvSpPr>
        <p:spPr>
          <a:xfrm xmlns:a="http://schemas.openxmlformats.org/drawingml/2006/main">
            <a:off x="4914900" y="4133850"/>
            <a:ext cx="2362200" cy="285750"/>
          </a:xfrm>
          <a:prstGeom xmlns:a="http://schemas.openxmlformats.org/drawingml/2006/main" prst="roundRect">
            <a:avLst>
              <a:gd name="adj" fmla="val 20000"/>
            </a:avLst>
          </a:prstGeom>
          <a:solidFill xmlns:a="http://schemas.openxmlformats.org/drawingml/2006/main">
            <a:srgbClr val="F8FBFF"/>
          </a:solidFill>
          <a:ln xmlns:a="http://schemas.openxmlformats.org/drawingml/2006/main" w="10478">
            <a:solidFill>
              <a:srgbClr val="D7E6FB"/>
            </a:solidFill>
            <a:prstDash val="solid"/>
          </a:ln>
        </p:spPr>
      </p:sp>
      <p:sp>
        <p:nvSpPr>
          <p:cNvPr id="15" name="">
            <a:extLst xmlns:a="http://schemas.openxmlformats.org/drawingml/2006/main">
              <a:ext uri="{FF2B5EF4-FFF2-40B4-BE49-F238E27FC236}">
                <a16:creationId xmlns:a16="http://schemas.microsoft.com/office/drawing/2014/main" id="{5413D889-F217-4AD3-8916-D5EE1F4E8B74}"/>
              </a:ext>
            </a:extLst>
          </p:cNvPr>
          <p:cNvSpPr>
            <a:spLocks xmlns:a="http://schemas.openxmlformats.org/drawingml/2006/main" noGrp="1"/>
          </p:cNvSpPr>
          <p:nvPr/>
        </p:nvSpPr>
        <p:spPr>
          <a:xfrm xmlns:a="http://schemas.openxmlformats.org/drawingml/2006/main">
            <a:off x="5105400" y="4200525"/>
            <a:ext cx="1981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i="0">
                <a:solidFill>
                  <a:srgbClr val="061A45"/>
                </a:solidFill>
              </a:defRPr>
            </a:pPr>
            <a:r>
              <a:rPr sz="1125" b="0" i="0">
                <a:solidFill>
                  <a:srgbClr val="061A45"/>
                </a:solidFill>
              </a:rPr>
              <a:t>Tool results</a:t>
            </a:r>
          </a:p>
        </p:txBody>
      </p:sp>
      <p:sp>
        <p:nvSpPr>
          <p:cNvPr id="16" name="">
            <a:extLst xmlns:a="http://schemas.openxmlformats.org/drawingml/2006/main">
              <a:ext uri="{FF2B5EF4-FFF2-40B4-BE49-F238E27FC236}">
                <a16:creationId xmlns:a16="http://schemas.microsoft.com/office/drawing/2014/main" id="{D4A52DF1-48BD-4A09-85C7-0B012DB4BD48}"/>
              </a:ext>
            </a:extLst>
          </p:cNvPr>
          <p:cNvSpPr>
            <a:spLocks xmlns:a="http://schemas.openxmlformats.org/drawingml/2006/main" noGrp="1"/>
          </p:cNvSpPr>
          <p:nvPr/>
        </p:nvSpPr>
        <p:spPr>
          <a:xfrm xmlns:a="http://schemas.openxmlformats.org/drawingml/2006/main">
            <a:off x="685800" y="179070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004AAD"/>
            </a:solidFill>
            <a:prstDash val="solid"/>
          </a:ln>
        </p:spPr>
      </p:sp>
      <p:sp>
        <p:nvSpPr>
          <p:cNvPr id="17" name="">
            <a:extLst xmlns:a="http://schemas.openxmlformats.org/drawingml/2006/main">
              <a:ext uri="{FF2B5EF4-FFF2-40B4-BE49-F238E27FC236}">
                <a16:creationId xmlns:a16="http://schemas.microsoft.com/office/drawing/2014/main" id="{317299BC-43E5-443F-8647-FCAF6FBD94E1}"/>
              </a:ext>
            </a:extLst>
          </p:cNvPr>
          <p:cNvSpPr>
            <a:spLocks xmlns:a="http://schemas.openxmlformats.org/drawingml/2006/main" noGrp="1"/>
          </p:cNvSpPr>
          <p:nvPr/>
        </p:nvSpPr>
        <p:spPr>
          <a:xfrm xmlns:a="http://schemas.openxmlformats.org/drawingml/2006/main">
            <a:off x="857250" y="20383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18" name="">
            <a:extLst xmlns:a="http://schemas.openxmlformats.org/drawingml/2006/main">
              <a:ext uri="{FF2B5EF4-FFF2-40B4-BE49-F238E27FC236}">
                <a16:creationId xmlns:a16="http://schemas.microsoft.com/office/drawing/2014/main" id="{97D91427-9578-42A2-AAA0-D33BC3FE1498}"/>
              </a:ext>
            </a:extLst>
          </p:cNvPr>
          <p:cNvSpPr>
            <a:spLocks xmlns:a="http://schemas.openxmlformats.org/drawingml/2006/main" noGrp="1"/>
          </p:cNvSpPr>
          <p:nvPr/>
        </p:nvSpPr>
        <p:spPr>
          <a:xfrm xmlns:a="http://schemas.openxmlformats.org/drawingml/2006/main">
            <a:off x="971550" y="21336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1</a:t>
            </a:r>
          </a:p>
        </p:txBody>
      </p:sp>
      <p:sp>
        <p:nvSpPr>
          <p:cNvPr id="19" name="">
            <a:extLst xmlns:a="http://schemas.openxmlformats.org/drawingml/2006/main">
              <a:ext uri="{FF2B5EF4-FFF2-40B4-BE49-F238E27FC236}">
                <a16:creationId xmlns:a16="http://schemas.microsoft.com/office/drawing/2014/main" id="{8F0838B9-562A-4735-9658-B28F1E1C0000}"/>
              </a:ext>
            </a:extLst>
          </p:cNvPr>
          <p:cNvSpPr>
            <a:spLocks xmlns:a="http://schemas.openxmlformats.org/drawingml/2006/main" noGrp="1"/>
          </p:cNvSpPr>
          <p:nvPr/>
        </p:nvSpPr>
        <p:spPr>
          <a:xfrm xmlns:a="http://schemas.openxmlformats.org/drawingml/2006/main">
            <a:off x="1409700" y="198120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004AAD"/>
                </a:solidFill>
              </a:defRPr>
            </a:pPr>
            <a:r>
              <a:rPr sz="1575" b="1" i="0">
                <a:solidFill>
                  <a:srgbClr val="004AAD"/>
                </a:solidFill>
              </a:rPr>
              <a:t>Prepare</a:t>
            </a:r>
          </a:p>
        </p:txBody>
      </p:sp>
      <p:sp>
        <p:nvSpPr>
          <p:cNvPr id="20" name="">
            <a:extLst xmlns:a="http://schemas.openxmlformats.org/drawingml/2006/main">
              <a:ext uri="{FF2B5EF4-FFF2-40B4-BE49-F238E27FC236}">
                <a16:creationId xmlns:a16="http://schemas.microsoft.com/office/drawing/2014/main" id="{A372868C-D187-48AF-9635-D53AB83C8CCF}"/>
              </a:ext>
            </a:extLst>
          </p:cNvPr>
          <p:cNvSpPr>
            <a:spLocks xmlns:a="http://schemas.openxmlformats.org/drawingml/2006/main" noGrp="1"/>
          </p:cNvSpPr>
          <p:nvPr/>
        </p:nvSpPr>
        <p:spPr>
          <a:xfrm xmlns:a="http://schemas.openxmlformats.org/drawingml/2006/main">
            <a:off x="1409700" y="226695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Build this turn's paper</a:t>
            </a:r>
          </a:p>
        </p:txBody>
      </p:sp>
      <p:sp>
        <p:nvSpPr>
          <p:cNvPr id="21" name="">
            <a:extLst xmlns:a="http://schemas.openxmlformats.org/drawingml/2006/main">
              <a:ext uri="{FF2B5EF4-FFF2-40B4-BE49-F238E27FC236}">
                <a16:creationId xmlns:a16="http://schemas.microsoft.com/office/drawing/2014/main" id="{31E048AD-4D4A-4DBC-B902-2FC3D6C819A7}"/>
              </a:ext>
            </a:extLst>
          </p:cNvPr>
          <p:cNvSpPr>
            <a:spLocks xmlns:a="http://schemas.openxmlformats.org/drawingml/2006/main" noGrp="1"/>
          </p:cNvSpPr>
          <p:nvPr/>
        </p:nvSpPr>
        <p:spPr>
          <a:xfrm xmlns:a="http://schemas.openxmlformats.org/drawingml/2006/main">
            <a:off x="685800" y="371475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6B4AA1"/>
            </a:solidFill>
            <a:prstDash val="solid"/>
          </a:ln>
        </p:spPr>
      </p:sp>
      <p:sp>
        <p:nvSpPr>
          <p:cNvPr id="22" name="">
            <a:extLst xmlns:a="http://schemas.openxmlformats.org/drawingml/2006/main">
              <a:ext uri="{FF2B5EF4-FFF2-40B4-BE49-F238E27FC236}">
                <a16:creationId xmlns:a16="http://schemas.microsoft.com/office/drawing/2014/main" id="{509B7DBC-2E70-4431-AB73-E072896963DF}"/>
              </a:ext>
            </a:extLst>
          </p:cNvPr>
          <p:cNvSpPr>
            <a:spLocks xmlns:a="http://schemas.openxmlformats.org/drawingml/2006/main" noGrp="1"/>
          </p:cNvSpPr>
          <p:nvPr/>
        </p:nvSpPr>
        <p:spPr>
          <a:xfrm xmlns:a="http://schemas.openxmlformats.org/drawingml/2006/main">
            <a:off x="857250" y="3962400"/>
            <a:ext cx="400050" cy="400050"/>
          </a:xfrm>
          <a:prstGeom xmlns:a="http://schemas.openxmlformats.org/drawingml/2006/main" prst="roundRect">
            <a:avLst>
              <a:gd name="adj" fmla="val 50000"/>
            </a:avLst>
          </a:prstGeom>
          <a:solidFill xmlns:a="http://schemas.openxmlformats.org/drawingml/2006/main">
            <a:srgbClr val="6B4AA1"/>
          </a:solidFill>
          <a:ln xmlns:a="http://schemas.openxmlformats.org/drawingml/2006/main" w="10478">
            <a:solidFill>
              <a:srgbClr val="6B4AA1"/>
            </a:solidFill>
            <a:prstDash val="solid"/>
          </a:ln>
        </p:spPr>
      </p:sp>
      <p:sp>
        <p:nvSpPr>
          <p:cNvPr id="23" name="">
            <a:extLst xmlns:a="http://schemas.openxmlformats.org/drawingml/2006/main">
              <a:ext uri="{FF2B5EF4-FFF2-40B4-BE49-F238E27FC236}">
                <a16:creationId xmlns:a16="http://schemas.microsoft.com/office/drawing/2014/main" id="{331C5C58-34B9-42AF-93B6-48E5D897EEED}"/>
              </a:ext>
            </a:extLst>
          </p:cNvPr>
          <p:cNvSpPr>
            <a:spLocks xmlns:a="http://schemas.openxmlformats.org/drawingml/2006/main" noGrp="1"/>
          </p:cNvSpPr>
          <p:nvPr/>
        </p:nvSpPr>
        <p:spPr>
          <a:xfrm xmlns:a="http://schemas.openxmlformats.org/drawingml/2006/main">
            <a:off x="971550" y="40576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6</a:t>
            </a:r>
          </a:p>
        </p:txBody>
      </p:sp>
      <p:sp>
        <p:nvSpPr>
          <p:cNvPr id="24" name="">
            <a:extLst xmlns:a="http://schemas.openxmlformats.org/drawingml/2006/main">
              <a:ext uri="{FF2B5EF4-FFF2-40B4-BE49-F238E27FC236}">
                <a16:creationId xmlns:a16="http://schemas.microsoft.com/office/drawing/2014/main" id="{4668F146-4051-456E-9515-E7AF80CD55D0}"/>
              </a:ext>
            </a:extLst>
          </p:cNvPr>
          <p:cNvSpPr>
            <a:spLocks xmlns:a="http://schemas.openxmlformats.org/drawingml/2006/main" noGrp="1"/>
          </p:cNvSpPr>
          <p:nvPr/>
        </p:nvSpPr>
        <p:spPr>
          <a:xfrm xmlns:a="http://schemas.openxmlformats.org/drawingml/2006/main">
            <a:off x="1409700" y="39052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6B4AA1"/>
                </a:solidFill>
              </a:defRPr>
            </a:pPr>
            <a:r>
              <a:rPr sz="1575" b="1" i="0">
                <a:solidFill>
                  <a:srgbClr val="6B4AA1"/>
                </a:solidFill>
              </a:rPr>
              <a:t>Observe</a:t>
            </a:r>
          </a:p>
        </p:txBody>
      </p:sp>
      <p:sp>
        <p:nvSpPr>
          <p:cNvPr id="25" name="">
            <a:extLst xmlns:a="http://schemas.openxmlformats.org/drawingml/2006/main">
              <a:ext uri="{FF2B5EF4-FFF2-40B4-BE49-F238E27FC236}">
                <a16:creationId xmlns:a16="http://schemas.microsoft.com/office/drawing/2014/main" id="{935A08E0-8A2C-4561-913B-59639F317D93}"/>
              </a:ext>
            </a:extLst>
          </p:cNvPr>
          <p:cNvSpPr>
            <a:spLocks xmlns:a="http://schemas.openxmlformats.org/drawingml/2006/main" noGrp="1"/>
          </p:cNvSpPr>
          <p:nvPr/>
        </p:nvSpPr>
        <p:spPr>
          <a:xfrm xmlns:a="http://schemas.openxmlformats.org/drawingml/2006/main">
            <a:off x="1409700" y="419100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Write results and errors back</a:t>
            </a:r>
          </a:p>
        </p:txBody>
      </p:sp>
      <p:sp>
        <p:nvSpPr>
          <p:cNvPr id="26" name="">
            <a:extLst xmlns:a="http://schemas.openxmlformats.org/drawingml/2006/main">
              <a:ext uri="{FF2B5EF4-FFF2-40B4-BE49-F238E27FC236}">
                <a16:creationId xmlns:a16="http://schemas.microsoft.com/office/drawing/2014/main" id="{A3A5065E-96E9-4CD0-ACB6-1BD86A90B950}"/>
              </a:ext>
            </a:extLst>
          </p:cNvPr>
          <p:cNvSpPr>
            <a:spLocks xmlns:a="http://schemas.openxmlformats.org/drawingml/2006/main" noGrp="1"/>
          </p:cNvSpPr>
          <p:nvPr/>
        </p:nvSpPr>
        <p:spPr>
          <a:xfrm xmlns:a="http://schemas.openxmlformats.org/drawingml/2006/main">
            <a:off x="8477250" y="179070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138A43"/>
            </a:solidFill>
            <a:prstDash val="solid"/>
          </a:ln>
        </p:spPr>
      </p:sp>
      <p:sp>
        <p:nvSpPr>
          <p:cNvPr id="27" name="">
            <a:extLst xmlns:a="http://schemas.openxmlformats.org/drawingml/2006/main">
              <a:ext uri="{FF2B5EF4-FFF2-40B4-BE49-F238E27FC236}">
                <a16:creationId xmlns:a16="http://schemas.microsoft.com/office/drawing/2014/main" id="{ACB9A5F2-1FC8-4C8A-9955-D781FD1A5674}"/>
              </a:ext>
            </a:extLst>
          </p:cNvPr>
          <p:cNvSpPr>
            <a:spLocks xmlns:a="http://schemas.openxmlformats.org/drawingml/2006/main" noGrp="1"/>
          </p:cNvSpPr>
          <p:nvPr/>
        </p:nvSpPr>
        <p:spPr>
          <a:xfrm xmlns:a="http://schemas.openxmlformats.org/drawingml/2006/main">
            <a:off x="8648700" y="20383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28" name="">
            <a:extLst xmlns:a="http://schemas.openxmlformats.org/drawingml/2006/main">
              <a:ext uri="{FF2B5EF4-FFF2-40B4-BE49-F238E27FC236}">
                <a16:creationId xmlns:a16="http://schemas.microsoft.com/office/drawing/2014/main" id="{FD83CD1A-D9FF-471F-9722-32681596E68C}"/>
              </a:ext>
            </a:extLst>
          </p:cNvPr>
          <p:cNvSpPr>
            <a:spLocks xmlns:a="http://schemas.openxmlformats.org/drawingml/2006/main" noGrp="1"/>
          </p:cNvSpPr>
          <p:nvPr/>
        </p:nvSpPr>
        <p:spPr>
          <a:xfrm xmlns:a="http://schemas.openxmlformats.org/drawingml/2006/main">
            <a:off x="8763000" y="21336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3</a:t>
            </a:r>
          </a:p>
        </p:txBody>
      </p:sp>
      <p:sp>
        <p:nvSpPr>
          <p:cNvPr id="29" name="">
            <a:extLst xmlns:a="http://schemas.openxmlformats.org/drawingml/2006/main">
              <a:ext uri="{FF2B5EF4-FFF2-40B4-BE49-F238E27FC236}">
                <a16:creationId xmlns:a16="http://schemas.microsoft.com/office/drawing/2014/main" id="{C88F0CE2-6B9D-47C3-B943-0F0D9BB9B4B8}"/>
              </a:ext>
            </a:extLst>
          </p:cNvPr>
          <p:cNvSpPr>
            <a:spLocks xmlns:a="http://schemas.openxmlformats.org/drawingml/2006/main" noGrp="1"/>
          </p:cNvSpPr>
          <p:nvPr/>
        </p:nvSpPr>
        <p:spPr>
          <a:xfrm xmlns:a="http://schemas.openxmlformats.org/drawingml/2006/main">
            <a:off x="9201150" y="198120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138A43"/>
                </a:solidFill>
              </a:defRPr>
            </a:pPr>
            <a:r>
              <a:rPr sz="1575" b="1" i="0">
                <a:solidFill>
                  <a:srgbClr val="138A43"/>
                </a:solidFill>
              </a:rPr>
              <a:t>Model reads</a:t>
            </a:r>
          </a:p>
        </p:txBody>
      </p:sp>
      <p:sp>
        <p:nvSpPr>
          <p:cNvPr id="30" name="">
            <a:extLst xmlns:a="http://schemas.openxmlformats.org/drawingml/2006/main">
              <a:ext uri="{FF2B5EF4-FFF2-40B4-BE49-F238E27FC236}">
                <a16:creationId xmlns:a16="http://schemas.microsoft.com/office/drawing/2014/main" id="{C091CE5A-6F5B-451F-A700-6D02DBFB4884}"/>
              </a:ext>
            </a:extLst>
          </p:cNvPr>
          <p:cNvSpPr>
            <a:spLocks xmlns:a="http://schemas.openxmlformats.org/drawingml/2006/main" noGrp="1"/>
          </p:cNvSpPr>
          <p:nvPr/>
        </p:nvSpPr>
        <p:spPr>
          <a:xfrm xmlns:a="http://schemas.openxmlformats.org/drawingml/2006/main">
            <a:off x="9201150" y="226695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Generate text or tool call</a:t>
            </a:r>
          </a:p>
        </p:txBody>
      </p:sp>
      <p:sp>
        <p:nvSpPr>
          <p:cNvPr id="31" name="">
            <a:extLst xmlns:a="http://schemas.openxmlformats.org/drawingml/2006/main">
              <a:ext uri="{FF2B5EF4-FFF2-40B4-BE49-F238E27FC236}">
                <a16:creationId xmlns:a16="http://schemas.microsoft.com/office/drawing/2014/main" id="{66908BDC-02F1-4247-B222-A500ACB1CB89}"/>
              </a:ext>
            </a:extLst>
          </p:cNvPr>
          <p:cNvSpPr>
            <a:spLocks xmlns:a="http://schemas.openxmlformats.org/drawingml/2006/main" noGrp="1"/>
          </p:cNvSpPr>
          <p:nvPr/>
        </p:nvSpPr>
        <p:spPr>
          <a:xfrm xmlns:a="http://schemas.openxmlformats.org/drawingml/2006/main">
            <a:off x="8477250" y="371475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D88A00"/>
            </a:solidFill>
            <a:prstDash val="solid"/>
          </a:ln>
        </p:spPr>
      </p:sp>
      <p:sp>
        <p:nvSpPr>
          <p:cNvPr id="32" name="">
            <a:extLst xmlns:a="http://schemas.openxmlformats.org/drawingml/2006/main">
              <a:ext uri="{FF2B5EF4-FFF2-40B4-BE49-F238E27FC236}">
                <a16:creationId xmlns:a16="http://schemas.microsoft.com/office/drawing/2014/main" id="{D8E217FB-BB87-4ADE-A81A-C2E279F02962}"/>
              </a:ext>
            </a:extLst>
          </p:cNvPr>
          <p:cNvSpPr>
            <a:spLocks xmlns:a="http://schemas.openxmlformats.org/drawingml/2006/main" noGrp="1"/>
          </p:cNvSpPr>
          <p:nvPr/>
        </p:nvSpPr>
        <p:spPr>
          <a:xfrm xmlns:a="http://schemas.openxmlformats.org/drawingml/2006/main">
            <a:off x="8648700" y="3962400"/>
            <a:ext cx="400050" cy="400050"/>
          </a:xfrm>
          <a:prstGeom xmlns:a="http://schemas.openxmlformats.org/drawingml/2006/main" prst="roundRect">
            <a:avLst>
              <a:gd name="adj" fmla="val 50000"/>
            </a:avLst>
          </a:prstGeom>
          <a:solidFill xmlns:a="http://schemas.openxmlformats.org/drawingml/2006/main">
            <a:srgbClr val="D88A00"/>
          </a:solidFill>
          <a:ln xmlns:a="http://schemas.openxmlformats.org/drawingml/2006/main" w="10478">
            <a:solidFill>
              <a:srgbClr val="D88A00"/>
            </a:solidFill>
            <a:prstDash val="solid"/>
          </a:ln>
        </p:spPr>
      </p:sp>
      <p:sp>
        <p:nvSpPr>
          <p:cNvPr id="33" name="">
            <a:extLst xmlns:a="http://schemas.openxmlformats.org/drawingml/2006/main">
              <a:ext uri="{FF2B5EF4-FFF2-40B4-BE49-F238E27FC236}">
                <a16:creationId xmlns:a16="http://schemas.microsoft.com/office/drawing/2014/main" id="{E5B0CE74-5D3E-4010-B33D-97137B6C5F82}"/>
              </a:ext>
            </a:extLst>
          </p:cNvPr>
          <p:cNvSpPr>
            <a:spLocks xmlns:a="http://schemas.openxmlformats.org/drawingml/2006/main" noGrp="1"/>
          </p:cNvSpPr>
          <p:nvPr/>
        </p:nvSpPr>
        <p:spPr>
          <a:xfrm xmlns:a="http://schemas.openxmlformats.org/drawingml/2006/main">
            <a:off x="8763000" y="40576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5</a:t>
            </a:r>
          </a:p>
        </p:txBody>
      </p:sp>
      <p:sp>
        <p:nvSpPr>
          <p:cNvPr id="34" name="">
            <a:extLst xmlns:a="http://schemas.openxmlformats.org/drawingml/2006/main">
              <a:ext uri="{FF2B5EF4-FFF2-40B4-BE49-F238E27FC236}">
                <a16:creationId xmlns:a16="http://schemas.microsoft.com/office/drawing/2014/main" id="{9404796F-F200-421B-B509-791AD0D65F2E}"/>
              </a:ext>
            </a:extLst>
          </p:cNvPr>
          <p:cNvSpPr>
            <a:spLocks xmlns:a="http://schemas.openxmlformats.org/drawingml/2006/main" noGrp="1"/>
          </p:cNvSpPr>
          <p:nvPr/>
        </p:nvSpPr>
        <p:spPr>
          <a:xfrm xmlns:a="http://schemas.openxmlformats.org/drawingml/2006/main">
            <a:off x="9201150" y="39052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D88A00"/>
                </a:solidFill>
              </a:defRPr>
            </a:pPr>
            <a:r>
              <a:rPr sz="1575" b="1" i="0">
                <a:solidFill>
                  <a:srgbClr val="D88A00"/>
                </a:solidFill>
              </a:rPr>
              <a:t>Execute</a:t>
            </a:r>
          </a:p>
        </p:txBody>
      </p:sp>
      <p:sp>
        <p:nvSpPr>
          <p:cNvPr id="35" name="">
            <a:extLst xmlns:a="http://schemas.openxmlformats.org/drawingml/2006/main">
              <a:ext uri="{FF2B5EF4-FFF2-40B4-BE49-F238E27FC236}">
                <a16:creationId xmlns:a16="http://schemas.microsoft.com/office/drawing/2014/main" id="{CB083D98-E237-46A0-8C4C-D2F984092B20}"/>
              </a:ext>
            </a:extLst>
          </p:cNvPr>
          <p:cNvSpPr>
            <a:spLocks xmlns:a="http://schemas.openxmlformats.org/drawingml/2006/main" noGrp="1"/>
          </p:cNvSpPr>
          <p:nvPr/>
        </p:nvSpPr>
        <p:spPr>
          <a:xfrm xmlns:a="http://schemas.openxmlformats.org/drawingml/2006/main">
            <a:off x="9201150" y="419100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Run valid actions outside model</a:t>
            </a:r>
          </a:p>
        </p:txBody>
      </p:sp>
      <p:sp>
        <p:nvSpPr>
          <p:cNvPr id="36" name="">
            <a:extLst xmlns:a="http://schemas.openxmlformats.org/drawingml/2006/main">
              <a:ext uri="{FF2B5EF4-FFF2-40B4-BE49-F238E27FC236}">
                <a16:creationId xmlns:a16="http://schemas.microsoft.com/office/drawing/2014/main" id="{500B4E89-86B1-4506-879E-421299E995AC}"/>
              </a:ext>
            </a:extLst>
          </p:cNvPr>
          <p:cNvSpPr>
            <a:spLocks xmlns:a="http://schemas.openxmlformats.org/drawingml/2006/main" noGrp="1"/>
          </p:cNvSpPr>
          <p:nvPr/>
        </p:nvSpPr>
        <p:spPr>
          <a:xfrm xmlns:a="http://schemas.openxmlformats.org/drawingml/2006/main">
            <a:off x="3886200" y="537210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004AAD"/>
            </a:solidFill>
            <a:prstDash val="solid"/>
          </a:ln>
        </p:spPr>
      </p:sp>
      <p:sp>
        <p:nvSpPr>
          <p:cNvPr id="37" name="">
            <a:extLst xmlns:a="http://schemas.openxmlformats.org/drawingml/2006/main">
              <a:ext uri="{FF2B5EF4-FFF2-40B4-BE49-F238E27FC236}">
                <a16:creationId xmlns:a16="http://schemas.microsoft.com/office/drawing/2014/main" id="{DE0A54A7-A2C9-4A58-AEB4-7E7F7417C949}"/>
              </a:ext>
            </a:extLst>
          </p:cNvPr>
          <p:cNvSpPr>
            <a:spLocks xmlns:a="http://schemas.openxmlformats.org/drawingml/2006/main" noGrp="1"/>
          </p:cNvSpPr>
          <p:nvPr/>
        </p:nvSpPr>
        <p:spPr>
          <a:xfrm xmlns:a="http://schemas.openxmlformats.org/drawingml/2006/main">
            <a:off x="4057650" y="56197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38" name="">
            <a:extLst xmlns:a="http://schemas.openxmlformats.org/drawingml/2006/main">
              <a:ext uri="{FF2B5EF4-FFF2-40B4-BE49-F238E27FC236}">
                <a16:creationId xmlns:a16="http://schemas.microsoft.com/office/drawing/2014/main" id="{DC0B21DD-06DC-4D7C-AD82-5F22660933C0}"/>
              </a:ext>
            </a:extLst>
          </p:cNvPr>
          <p:cNvSpPr>
            <a:spLocks xmlns:a="http://schemas.openxmlformats.org/drawingml/2006/main" noGrp="1"/>
          </p:cNvSpPr>
          <p:nvPr/>
        </p:nvSpPr>
        <p:spPr>
          <a:xfrm xmlns:a="http://schemas.openxmlformats.org/drawingml/2006/main">
            <a:off x="4171950" y="57150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2</a:t>
            </a:r>
          </a:p>
        </p:txBody>
      </p:sp>
      <p:sp>
        <p:nvSpPr>
          <p:cNvPr id="39" name="">
            <a:extLst xmlns:a="http://schemas.openxmlformats.org/drawingml/2006/main">
              <a:ext uri="{FF2B5EF4-FFF2-40B4-BE49-F238E27FC236}">
                <a16:creationId xmlns:a16="http://schemas.microsoft.com/office/drawing/2014/main" id="{4DF01327-02C3-4E10-92B6-F9B2A9789F24}"/>
              </a:ext>
            </a:extLst>
          </p:cNvPr>
          <p:cNvSpPr>
            <a:spLocks xmlns:a="http://schemas.openxmlformats.org/drawingml/2006/main" noGrp="1"/>
          </p:cNvSpPr>
          <p:nvPr/>
        </p:nvSpPr>
        <p:spPr>
          <a:xfrm xmlns:a="http://schemas.openxmlformats.org/drawingml/2006/main">
            <a:off x="4610100" y="556260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004AAD"/>
                </a:solidFill>
              </a:defRPr>
            </a:pPr>
            <a:r>
              <a:rPr sz="1575" b="1" i="0">
                <a:solidFill>
                  <a:srgbClr val="004AAD"/>
                </a:solidFill>
              </a:rPr>
              <a:t>Render</a:t>
            </a:r>
          </a:p>
        </p:txBody>
      </p:sp>
      <p:sp>
        <p:nvSpPr>
          <p:cNvPr id="40" name="">
            <a:extLst xmlns:a="http://schemas.openxmlformats.org/drawingml/2006/main">
              <a:ext uri="{FF2B5EF4-FFF2-40B4-BE49-F238E27FC236}">
                <a16:creationId xmlns:a16="http://schemas.microsoft.com/office/drawing/2014/main" id="{08C44F7C-FC47-48E3-897F-2C8FAC677F02}"/>
              </a:ext>
            </a:extLst>
          </p:cNvPr>
          <p:cNvSpPr>
            <a:spLocks xmlns:a="http://schemas.openxmlformats.org/drawingml/2006/main" noGrp="1"/>
          </p:cNvSpPr>
          <p:nvPr/>
        </p:nvSpPr>
        <p:spPr>
          <a:xfrm xmlns:a="http://schemas.openxmlformats.org/drawingml/2006/main">
            <a:off x="4610100" y="584835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Place rules, tools, state</a:t>
            </a:r>
          </a:p>
        </p:txBody>
      </p:sp>
      <p:sp>
        <p:nvSpPr>
          <p:cNvPr id="41" name="">
            <a:extLst xmlns:a="http://schemas.openxmlformats.org/drawingml/2006/main">
              <a:ext uri="{FF2B5EF4-FFF2-40B4-BE49-F238E27FC236}">
                <a16:creationId xmlns:a16="http://schemas.microsoft.com/office/drawing/2014/main" id="{8EC4EDD1-42BB-43F9-BC6C-435DE78C51D1}"/>
              </a:ext>
            </a:extLst>
          </p:cNvPr>
          <p:cNvSpPr>
            <a:spLocks xmlns:a="http://schemas.openxmlformats.org/drawingml/2006/main" noGrp="1"/>
          </p:cNvSpPr>
          <p:nvPr/>
        </p:nvSpPr>
        <p:spPr>
          <a:xfrm xmlns:a="http://schemas.openxmlformats.org/drawingml/2006/main">
            <a:off x="6419850" y="5372100"/>
            <a:ext cx="285750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0478">
            <a:solidFill>
              <a:srgbClr val="CC2B2B"/>
            </a:solidFill>
            <a:prstDash val="solid"/>
          </a:ln>
        </p:spPr>
      </p:sp>
      <p:sp>
        <p:nvSpPr>
          <p:cNvPr id="42" name="">
            <a:extLst xmlns:a="http://schemas.openxmlformats.org/drawingml/2006/main">
              <a:ext uri="{FF2B5EF4-FFF2-40B4-BE49-F238E27FC236}">
                <a16:creationId xmlns:a16="http://schemas.microsoft.com/office/drawing/2014/main" id="{0DC99657-8BFD-4331-8904-E8C3FBC60832}"/>
              </a:ext>
            </a:extLst>
          </p:cNvPr>
          <p:cNvSpPr>
            <a:spLocks xmlns:a="http://schemas.openxmlformats.org/drawingml/2006/main" noGrp="1"/>
          </p:cNvSpPr>
          <p:nvPr/>
        </p:nvSpPr>
        <p:spPr>
          <a:xfrm xmlns:a="http://schemas.openxmlformats.org/drawingml/2006/main">
            <a:off x="6591300" y="5619750"/>
            <a:ext cx="400050" cy="400050"/>
          </a:xfrm>
          <a:prstGeom xmlns:a="http://schemas.openxmlformats.org/drawingml/2006/main" prst="roundRect">
            <a:avLst>
              <a:gd name="adj" fmla="val 50000"/>
            </a:avLst>
          </a:prstGeom>
          <a:solidFill xmlns:a="http://schemas.openxmlformats.org/drawingml/2006/main">
            <a:srgbClr val="CC2B2B"/>
          </a:solidFill>
          <a:ln xmlns:a="http://schemas.openxmlformats.org/drawingml/2006/main" w="10478">
            <a:solidFill>
              <a:srgbClr val="CC2B2B"/>
            </a:solidFill>
            <a:prstDash val="solid"/>
          </a:ln>
        </p:spPr>
      </p:sp>
      <p:sp>
        <p:nvSpPr>
          <p:cNvPr id="43" name="">
            <a:extLst xmlns:a="http://schemas.openxmlformats.org/drawingml/2006/main">
              <a:ext uri="{FF2B5EF4-FFF2-40B4-BE49-F238E27FC236}">
                <a16:creationId xmlns:a16="http://schemas.microsoft.com/office/drawing/2014/main" id="{B602CC8B-1BD4-4697-91A9-FBC0EFE39CC8}"/>
              </a:ext>
            </a:extLst>
          </p:cNvPr>
          <p:cNvSpPr>
            <a:spLocks xmlns:a="http://schemas.openxmlformats.org/drawingml/2006/main" noGrp="1"/>
          </p:cNvSpPr>
          <p:nvPr/>
        </p:nvSpPr>
        <p:spPr>
          <a:xfrm xmlns:a="http://schemas.openxmlformats.org/drawingml/2006/main">
            <a:off x="6705600" y="57150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4</a:t>
            </a:r>
          </a:p>
        </p:txBody>
      </p:sp>
      <p:sp>
        <p:nvSpPr>
          <p:cNvPr id="44" name="">
            <a:extLst xmlns:a="http://schemas.openxmlformats.org/drawingml/2006/main">
              <a:ext uri="{FF2B5EF4-FFF2-40B4-BE49-F238E27FC236}">
                <a16:creationId xmlns:a16="http://schemas.microsoft.com/office/drawing/2014/main" id="{279FFA9F-C24D-4FC7-9BE1-DA90259F20C8}"/>
              </a:ext>
            </a:extLst>
          </p:cNvPr>
          <p:cNvSpPr>
            <a:spLocks xmlns:a="http://schemas.openxmlformats.org/drawingml/2006/main" noGrp="1"/>
          </p:cNvSpPr>
          <p:nvPr/>
        </p:nvSpPr>
        <p:spPr>
          <a:xfrm xmlns:a="http://schemas.openxmlformats.org/drawingml/2006/main">
            <a:off x="7143750" y="556260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CC2B2B"/>
                </a:solidFill>
              </a:defRPr>
            </a:pPr>
            <a:r>
              <a:rPr sz="1575" b="1" i="0">
                <a:solidFill>
                  <a:srgbClr val="CC2B2B"/>
                </a:solidFill>
              </a:rPr>
              <a:t>Validate</a:t>
            </a:r>
          </a:p>
        </p:txBody>
      </p:sp>
      <p:sp>
        <p:nvSpPr>
          <p:cNvPr id="45" name="">
            <a:extLst xmlns:a="http://schemas.openxmlformats.org/drawingml/2006/main">
              <a:ext uri="{FF2B5EF4-FFF2-40B4-BE49-F238E27FC236}">
                <a16:creationId xmlns:a16="http://schemas.microsoft.com/office/drawing/2014/main" id="{4E5DF472-1FAD-4DD0-BCA2-47C33EEF0891}"/>
              </a:ext>
            </a:extLst>
          </p:cNvPr>
          <p:cNvSpPr>
            <a:spLocks xmlns:a="http://schemas.openxmlformats.org/drawingml/2006/main" noGrp="1"/>
          </p:cNvSpPr>
          <p:nvPr/>
        </p:nvSpPr>
        <p:spPr>
          <a:xfrm xmlns:a="http://schemas.openxmlformats.org/drawingml/2006/main">
            <a:off x="7143750" y="584835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Check schema, policy, permission</a:t>
            </a:r>
          </a:p>
        </p:txBody>
      </p:sp>
      <p:sp>
        <p:nvSpPr>
          <p:cNvPr id="46" name="">
            <a:extLst xmlns:a="http://schemas.openxmlformats.org/drawingml/2006/main">
              <a:ext uri="{FF2B5EF4-FFF2-40B4-BE49-F238E27FC236}">
                <a16:creationId xmlns:a16="http://schemas.microsoft.com/office/drawing/2014/main" id="{F4B09278-64F0-4875-A1D8-7D41DF5030CE}"/>
              </a:ext>
            </a:extLst>
          </p:cNvPr>
          <p:cNvSpPr>
            <a:spLocks xmlns:a="http://schemas.openxmlformats.org/drawingml/2006/main" noGrp="1"/>
          </p:cNvSpPr>
          <p:nvPr/>
        </p:nvSpPr>
        <p:spPr>
          <a:xfrm xmlns:a="http://schemas.openxmlformats.org/drawingml/2006/main">
            <a:off x="3581400" y="2266950"/>
            <a:ext cx="704850" cy="0"/>
          </a:xfrm>
          <a:prstGeom xmlns:a="http://schemas.openxmlformats.org/drawingml/2006/main" prst="line">
            <a:avLst/>
          </a:prstGeom>
          <a:ln xmlns:a="http://schemas.openxmlformats.org/drawingml/2006/main" w="19050">
            <a:solidFill>
              <a:srgbClr val="004AAD"/>
            </a:solidFill>
            <a:prstDash val="solid"/>
          </a:ln>
        </p:spPr>
      </p:sp>
      <p:sp>
        <p:nvSpPr>
          <p:cNvPr id="47" name="">
            <a:extLst xmlns:a="http://schemas.openxmlformats.org/drawingml/2006/main">
              <a:ext uri="{FF2B5EF4-FFF2-40B4-BE49-F238E27FC236}">
                <a16:creationId xmlns:a16="http://schemas.microsoft.com/office/drawing/2014/main" id="{245167F8-8589-41FA-8080-CD1C4E5E4B00}"/>
              </a:ext>
            </a:extLst>
          </p:cNvPr>
          <p:cNvSpPr>
            <a:spLocks xmlns:a="http://schemas.openxmlformats.org/drawingml/2006/main" noGrp="1"/>
          </p:cNvSpPr>
          <p:nvPr/>
        </p:nvSpPr>
        <p:spPr>
          <a:xfrm xmlns:a="http://schemas.openxmlformats.org/drawingml/2006/main">
            <a:off x="7810500" y="2266950"/>
            <a:ext cx="552450" cy="0"/>
          </a:xfrm>
          <a:prstGeom xmlns:a="http://schemas.openxmlformats.org/drawingml/2006/main" prst="line">
            <a:avLst/>
          </a:prstGeom>
          <a:ln xmlns:a="http://schemas.openxmlformats.org/drawingml/2006/main" w="19050">
            <a:solidFill>
              <a:srgbClr val="004AAD"/>
            </a:solidFill>
            <a:prstDash val="solid"/>
          </a:ln>
        </p:spPr>
      </p:sp>
      <p:sp>
        <p:nvSpPr>
          <p:cNvPr id="48" name="">
            <a:extLst xmlns:a="http://schemas.openxmlformats.org/drawingml/2006/main">
              <a:ext uri="{FF2B5EF4-FFF2-40B4-BE49-F238E27FC236}">
                <a16:creationId xmlns:a16="http://schemas.microsoft.com/office/drawing/2014/main" id="{BAD1630B-173D-4FD8-80D7-DB5390F19509}"/>
              </a:ext>
            </a:extLst>
          </p:cNvPr>
          <p:cNvSpPr>
            <a:spLocks xmlns:a="http://schemas.openxmlformats.org/drawingml/2006/main" noGrp="1"/>
          </p:cNvSpPr>
          <p:nvPr/>
        </p:nvSpPr>
        <p:spPr>
          <a:xfrm xmlns:a="http://schemas.openxmlformats.org/drawingml/2006/main">
            <a:off x="9906000" y="2800350"/>
            <a:ext cx="0" cy="800100"/>
          </a:xfrm>
          <a:prstGeom xmlns:a="http://schemas.openxmlformats.org/drawingml/2006/main" prst="line">
            <a:avLst/>
          </a:prstGeom>
          <a:ln xmlns:a="http://schemas.openxmlformats.org/drawingml/2006/main" w="19050">
            <a:solidFill>
              <a:srgbClr val="138A43"/>
            </a:solidFill>
            <a:prstDash val="solid"/>
          </a:ln>
        </p:spPr>
      </p:sp>
      <p:sp>
        <p:nvSpPr>
          <p:cNvPr id="49" name="">
            <a:extLst xmlns:a="http://schemas.openxmlformats.org/drawingml/2006/main">
              <a:ext uri="{FF2B5EF4-FFF2-40B4-BE49-F238E27FC236}">
                <a16:creationId xmlns:a16="http://schemas.microsoft.com/office/drawing/2014/main" id="{2FFC445A-0EBC-4088-A47B-F1813EDE1706}"/>
              </a:ext>
            </a:extLst>
          </p:cNvPr>
          <p:cNvSpPr>
            <a:spLocks xmlns:a="http://schemas.openxmlformats.org/drawingml/2006/main" noGrp="1"/>
          </p:cNvSpPr>
          <p:nvPr/>
        </p:nvSpPr>
        <p:spPr>
          <a:xfrm xmlns:a="http://schemas.openxmlformats.org/drawingml/2006/main">
            <a:off x="8477250" y="4171950"/>
            <a:ext cx="-552450" cy="0"/>
          </a:xfrm>
          <a:prstGeom xmlns:a="http://schemas.openxmlformats.org/drawingml/2006/main" prst="line">
            <a:avLst/>
          </a:prstGeom>
          <a:ln xmlns:a="http://schemas.openxmlformats.org/drawingml/2006/main" w="19050">
            <a:solidFill>
              <a:srgbClr val="D88A00"/>
            </a:solidFill>
            <a:prstDash val="solid"/>
          </a:ln>
        </p:spPr>
      </p:sp>
      <p:sp>
        <p:nvSpPr>
          <p:cNvPr id="50" name="">
            <a:extLst xmlns:a="http://schemas.openxmlformats.org/drawingml/2006/main">
              <a:ext uri="{FF2B5EF4-FFF2-40B4-BE49-F238E27FC236}">
                <a16:creationId xmlns:a16="http://schemas.microsoft.com/office/drawing/2014/main" id="{B74614C0-5A3E-49A6-BEE8-E7056A314151}"/>
              </a:ext>
            </a:extLst>
          </p:cNvPr>
          <p:cNvSpPr>
            <a:spLocks xmlns:a="http://schemas.openxmlformats.org/drawingml/2006/main" noGrp="1"/>
          </p:cNvSpPr>
          <p:nvPr/>
        </p:nvSpPr>
        <p:spPr>
          <a:xfrm xmlns:a="http://schemas.openxmlformats.org/drawingml/2006/main">
            <a:off x="4286250" y="4171950"/>
            <a:ext cx="-704850" cy="0"/>
          </a:xfrm>
          <a:prstGeom xmlns:a="http://schemas.openxmlformats.org/drawingml/2006/main" prst="line">
            <a:avLst/>
          </a:prstGeom>
          <a:ln xmlns:a="http://schemas.openxmlformats.org/drawingml/2006/main" w="19050">
            <a:solidFill>
              <a:srgbClr val="6B4AA1"/>
            </a:solidFill>
            <a:prstDash val="solid"/>
          </a:ln>
        </p:spPr>
      </p:sp>
    </p:spTree>
    <p:extLst>
      <p:ext uri="{BB962C8B-B14F-4D97-AF65-F5344CB8AC3E}">
        <p14:creationId xmlns:p14="http://schemas.microsoft.com/office/powerpoint/2010/main" val="13888325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ECA6076-3714-4BD4-BFAD-7EEB1AD6C282}"/>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Harness Responsibilities Form the Control Surface</a:t>
            </a:r>
          </a:p>
        </p:txBody>
      </p:sp>
      <p:sp>
        <p:nvSpPr>
          <p:cNvPr id="2" name="">
            <a:extLst xmlns:a="http://schemas.openxmlformats.org/drawingml/2006/main">
              <a:ext uri="{FF2B5EF4-FFF2-40B4-BE49-F238E27FC236}">
                <a16:creationId xmlns:a16="http://schemas.microsoft.com/office/drawing/2014/main" id="{8316E57D-DFCD-4DD4-B831-036401210694}"/>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A useful AI product needs runtime controls, not just a better prompt.</a:t>
            </a:r>
          </a:p>
        </p:txBody>
      </p:sp>
      <p:sp>
        <p:nvSpPr>
          <p:cNvPr id="3" name="">
            <a:extLst xmlns:a="http://schemas.openxmlformats.org/drawingml/2006/main">
              <a:ext uri="{FF2B5EF4-FFF2-40B4-BE49-F238E27FC236}">
                <a16:creationId xmlns:a16="http://schemas.microsoft.com/office/drawing/2014/main" id="{F8ADD084-C11C-4C5F-96CF-F93B72F8ED28}"/>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63F01A75-4A07-4B5A-B508-D3C9CB3D2D6A}"/>
              </a:ext>
            </a:extLst>
          </p:cNvPr>
          <p:cNvSpPr>
            <a:spLocks xmlns:a="http://schemas.openxmlformats.org/drawingml/2006/main" noGrp="1"/>
          </p:cNvSpPr>
          <p:nvPr/>
        </p:nvSpPr>
        <p:spPr>
          <a:xfrm xmlns:a="http://schemas.openxmlformats.org/drawingml/2006/main">
            <a:off x="742950" y="1543050"/>
            <a:ext cx="5124450" cy="781050"/>
          </a:xfrm>
          <a:prstGeom xmlns:a="http://schemas.openxmlformats.org/drawingml/2006/main" prst="roundRect">
            <a:avLst>
              <a:gd name="adj" fmla="val 9756"/>
            </a:avLst>
          </a:prstGeom>
          <a:solidFill xmlns:a="http://schemas.openxmlformats.org/drawingml/2006/main">
            <a:srgbClr val="F8FBFF"/>
          </a:solidFill>
          <a:ln xmlns:a="http://schemas.openxmlformats.org/drawingml/2006/main" w="10478">
            <a:solidFill>
              <a:srgbClr val="B9D4F6"/>
            </a:solidFill>
            <a:prstDash val="solid"/>
          </a:ln>
        </p:spPr>
      </p:sp>
      <p:sp>
        <p:nvSpPr>
          <p:cNvPr id="5" name="">
            <a:extLst xmlns:a="http://schemas.openxmlformats.org/drawingml/2006/main">
              <a:ext uri="{FF2B5EF4-FFF2-40B4-BE49-F238E27FC236}">
                <a16:creationId xmlns:a16="http://schemas.microsoft.com/office/drawing/2014/main" id="{D1B6342A-334E-4F20-88ED-06F3DAFE136B}"/>
              </a:ext>
            </a:extLst>
          </p:cNvPr>
          <p:cNvSpPr>
            <a:spLocks xmlns:a="http://schemas.openxmlformats.org/drawingml/2006/main" noGrp="1"/>
          </p:cNvSpPr>
          <p:nvPr/>
        </p:nvSpPr>
        <p:spPr>
          <a:xfrm xmlns:a="http://schemas.openxmlformats.org/drawingml/2006/main">
            <a:off x="914400" y="17335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6" name="">
            <a:extLst xmlns:a="http://schemas.openxmlformats.org/drawingml/2006/main">
              <a:ext uri="{FF2B5EF4-FFF2-40B4-BE49-F238E27FC236}">
                <a16:creationId xmlns:a16="http://schemas.microsoft.com/office/drawing/2014/main" id="{09388B9F-395C-4EF2-9885-14A9DD07F06B}"/>
              </a:ext>
            </a:extLst>
          </p:cNvPr>
          <p:cNvSpPr>
            <a:spLocks xmlns:a="http://schemas.openxmlformats.org/drawingml/2006/main" noGrp="1"/>
          </p:cNvSpPr>
          <p:nvPr/>
        </p:nvSpPr>
        <p:spPr>
          <a:xfrm xmlns:a="http://schemas.openxmlformats.org/drawingml/2006/main">
            <a:off x="1028700" y="18288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1</a:t>
            </a:r>
          </a:p>
        </p:txBody>
      </p:sp>
      <p:sp>
        <p:nvSpPr>
          <p:cNvPr id="7" name="">
            <a:extLst xmlns:a="http://schemas.openxmlformats.org/drawingml/2006/main">
              <a:ext uri="{FF2B5EF4-FFF2-40B4-BE49-F238E27FC236}">
                <a16:creationId xmlns:a16="http://schemas.microsoft.com/office/drawing/2014/main" id="{767A1581-28DB-4301-A5E5-B19B367E4DAA}"/>
              </a:ext>
            </a:extLst>
          </p:cNvPr>
          <p:cNvSpPr>
            <a:spLocks xmlns:a="http://schemas.openxmlformats.org/drawingml/2006/main" noGrp="1"/>
          </p:cNvSpPr>
          <p:nvPr/>
        </p:nvSpPr>
        <p:spPr>
          <a:xfrm xmlns:a="http://schemas.openxmlformats.org/drawingml/2006/main">
            <a:off x="1485900" y="16954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004AAD"/>
                </a:solidFill>
              </a:defRPr>
            </a:pPr>
            <a:r>
              <a:rPr sz="1500" b="1" i="0">
                <a:solidFill>
                  <a:srgbClr val="004AAD"/>
                </a:solidFill>
              </a:rPr>
              <a:t>Context construction</a:t>
            </a:r>
          </a:p>
        </p:txBody>
      </p:sp>
      <p:sp>
        <p:nvSpPr>
          <p:cNvPr id="8" name="">
            <a:extLst xmlns:a="http://schemas.openxmlformats.org/drawingml/2006/main">
              <a:ext uri="{FF2B5EF4-FFF2-40B4-BE49-F238E27FC236}">
                <a16:creationId xmlns:a16="http://schemas.microsoft.com/office/drawing/2014/main" id="{9682330C-C6C7-414C-99E2-CA59C43E7593}"/>
              </a:ext>
            </a:extLst>
          </p:cNvPr>
          <p:cNvSpPr>
            <a:spLocks xmlns:a="http://schemas.openxmlformats.org/drawingml/2006/main" noGrp="1"/>
          </p:cNvSpPr>
          <p:nvPr/>
        </p:nvSpPr>
        <p:spPr>
          <a:xfrm xmlns:a="http://schemas.openxmlformats.org/drawingml/2006/main">
            <a:off x="1485900" y="19812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history, files, retrieval, results</a:t>
            </a:r>
          </a:p>
        </p:txBody>
      </p:sp>
      <p:sp>
        <p:nvSpPr>
          <p:cNvPr id="9" name="">
            <a:extLst xmlns:a="http://schemas.openxmlformats.org/drawingml/2006/main">
              <a:ext uri="{FF2B5EF4-FFF2-40B4-BE49-F238E27FC236}">
                <a16:creationId xmlns:a16="http://schemas.microsoft.com/office/drawing/2014/main" id="{B0943756-BFD3-40EA-9BB5-161D48A501EC}"/>
              </a:ext>
            </a:extLst>
          </p:cNvPr>
          <p:cNvSpPr>
            <a:spLocks xmlns:a="http://schemas.openxmlformats.org/drawingml/2006/main" noGrp="1"/>
          </p:cNvSpPr>
          <p:nvPr/>
        </p:nvSpPr>
        <p:spPr>
          <a:xfrm xmlns:a="http://schemas.openxmlformats.org/drawingml/2006/main">
            <a:off x="6324600" y="1543050"/>
            <a:ext cx="5124450" cy="781050"/>
          </a:xfrm>
          <a:prstGeom xmlns:a="http://schemas.openxmlformats.org/drawingml/2006/main" prst="roundRect">
            <a:avLst>
              <a:gd name="adj" fmla="val 9756"/>
            </a:avLst>
          </a:prstGeom>
          <a:solidFill xmlns:a="http://schemas.openxmlformats.org/drawingml/2006/main">
            <a:srgbClr val="F8FBFF"/>
          </a:solidFill>
          <a:ln xmlns:a="http://schemas.openxmlformats.org/drawingml/2006/main" w="10478">
            <a:solidFill>
              <a:srgbClr val="B9D4F6"/>
            </a:solidFill>
            <a:prstDash val="solid"/>
          </a:ln>
        </p:spPr>
      </p:sp>
      <p:sp>
        <p:nvSpPr>
          <p:cNvPr id="10" name="">
            <a:extLst xmlns:a="http://schemas.openxmlformats.org/drawingml/2006/main">
              <a:ext uri="{FF2B5EF4-FFF2-40B4-BE49-F238E27FC236}">
                <a16:creationId xmlns:a16="http://schemas.microsoft.com/office/drawing/2014/main" id="{A98BF60C-3256-4D23-8695-885DF804FC95}"/>
              </a:ext>
            </a:extLst>
          </p:cNvPr>
          <p:cNvSpPr>
            <a:spLocks xmlns:a="http://schemas.openxmlformats.org/drawingml/2006/main" noGrp="1"/>
          </p:cNvSpPr>
          <p:nvPr/>
        </p:nvSpPr>
        <p:spPr>
          <a:xfrm xmlns:a="http://schemas.openxmlformats.org/drawingml/2006/main">
            <a:off x="6496050" y="17335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11" name="">
            <a:extLst xmlns:a="http://schemas.openxmlformats.org/drawingml/2006/main">
              <a:ext uri="{FF2B5EF4-FFF2-40B4-BE49-F238E27FC236}">
                <a16:creationId xmlns:a16="http://schemas.microsoft.com/office/drawing/2014/main" id="{BBDC517E-B304-46FC-A627-82C5DCE54DEE}"/>
              </a:ext>
            </a:extLst>
          </p:cNvPr>
          <p:cNvSpPr>
            <a:spLocks xmlns:a="http://schemas.openxmlformats.org/drawingml/2006/main" noGrp="1"/>
          </p:cNvSpPr>
          <p:nvPr/>
        </p:nvSpPr>
        <p:spPr>
          <a:xfrm xmlns:a="http://schemas.openxmlformats.org/drawingml/2006/main">
            <a:off x="6610350" y="18288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2</a:t>
            </a:r>
          </a:p>
        </p:txBody>
      </p:sp>
      <p:sp>
        <p:nvSpPr>
          <p:cNvPr id="12" name="">
            <a:extLst xmlns:a="http://schemas.openxmlformats.org/drawingml/2006/main">
              <a:ext uri="{FF2B5EF4-FFF2-40B4-BE49-F238E27FC236}">
                <a16:creationId xmlns:a16="http://schemas.microsoft.com/office/drawing/2014/main" id="{F07D69D2-786D-4CEF-96BF-74459011C77A}"/>
              </a:ext>
            </a:extLst>
          </p:cNvPr>
          <p:cNvSpPr>
            <a:spLocks xmlns:a="http://schemas.openxmlformats.org/drawingml/2006/main" noGrp="1"/>
          </p:cNvSpPr>
          <p:nvPr/>
        </p:nvSpPr>
        <p:spPr>
          <a:xfrm xmlns:a="http://schemas.openxmlformats.org/drawingml/2006/main">
            <a:off x="7067550" y="16954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138A43"/>
                </a:solidFill>
              </a:defRPr>
            </a:pPr>
            <a:r>
              <a:rPr sz="1500" b="1" i="0">
                <a:solidFill>
                  <a:srgbClr val="138A43"/>
                </a:solidFill>
              </a:rPr>
              <a:t>Instruction injection</a:t>
            </a:r>
          </a:p>
        </p:txBody>
      </p:sp>
      <p:sp>
        <p:nvSpPr>
          <p:cNvPr id="13" name="">
            <a:extLst xmlns:a="http://schemas.openxmlformats.org/drawingml/2006/main">
              <a:ext uri="{FF2B5EF4-FFF2-40B4-BE49-F238E27FC236}">
                <a16:creationId xmlns:a16="http://schemas.microsoft.com/office/drawing/2014/main" id="{E6D726A6-AB22-47EB-A0C3-06EFFE3A2C01}"/>
              </a:ext>
            </a:extLst>
          </p:cNvPr>
          <p:cNvSpPr>
            <a:spLocks xmlns:a="http://schemas.openxmlformats.org/drawingml/2006/main" noGrp="1"/>
          </p:cNvSpPr>
          <p:nvPr/>
        </p:nvSpPr>
        <p:spPr>
          <a:xfrm xmlns:a="http://schemas.openxmlformats.org/drawingml/2006/main">
            <a:off x="7067550" y="19812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system, developer, user, agent</a:t>
            </a:r>
          </a:p>
        </p:txBody>
      </p:sp>
      <p:sp>
        <p:nvSpPr>
          <p:cNvPr id="14" name="">
            <a:extLst xmlns:a="http://schemas.openxmlformats.org/drawingml/2006/main">
              <a:ext uri="{FF2B5EF4-FFF2-40B4-BE49-F238E27FC236}">
                <a16:creationId xmlns:a16="http://schemas.microsoft.com/office/drawing/2014/main" id="{94D5F367-2120-417D-9B9A-870AEFDCC6D1}"/>
              </a:ext>
            </a:extLst>
          </p:cNvPr>
          <p:cNvSpPr>
            <a:spLocks xmlns:a="http://schemas.openxmlformats.org/drawingml/2006/main" noGrp="1"/>
          </p:cNvSpPr>
          <p:nvPr/>
        </p:nvSpPr>
        <p:spPr>
          <a:xfrm xmlns:a="http://schemas.openxmlformats.org/drawingml/2006/main">
            <a:off x="742950" y="2533650"/>
            <a:ext cx="5124450" cy="781050"/>
          </a:xfrm>
          <a:prstGeom xmlns:a="http://schemas.openxmlformats.org/drawingml/2006/main" prst="roundRect">
            <a:avLst>
              <a:gd name="adj" fmla="val 9756"/>
            </a:avLst>
          </a:prstGeom>
          <a:solidFill xmlns:a="http://schemas.openxmlformats.org/drawingml/2006/main">
            <a:srgbClr val="EEF6FF"/>
          </a:solidFill>
          <a:ln xmlns:a="http://schemas.openxmlformats.org/drawingml/2006/main" w="10478">
            <a:solidFill>
              <a:srgbClr val="B9D4F6"/>
            </a:solidFill>
            <a:prstDash val="solid"/>
          </a:ln>
        </p:spPr>
      </p:sp>
      <p:sp>
        <p:nvSpPr>
          <p:cNvPr id="15" name="">
            <a:extLst xmlns:a="http://schemas.openxmlformats.org/drawingml/2006/main">
              <a:ext uri="{FF2B5EF4-FFF2-40B4-BE49-F238E27FC236}">
                <a16:creationId xmlns:a16="http://schemas.microsoft.com/office/drawing/2014/main" id="{1B95C2E5-09AD-4332-A7A3-1758772C322B}"/>
              </a:ext>
            </a:extLst>
          </p:cNvPr>
          <p:cNvSpPr>
            <a:spLocks xmlns:a="http://schemas.openxmlformats.org/drawingml/2006/main" noGrp="1"/>
          </p:cNvSpPr>
          <p:nvPr/>
        </p:nvSpPr>
        <p:spPr>
          <a:xfrm xmlns:a="http://schemas.openxmlformats.org/drawingml/2006/main">
            <a:off x="914400" y="2724150"/>
            <a:ext cx="400050" cy="400050"/>
          </a:xfrm>
          <a:prstGeom xmlns:a="http://schemas.openxmlformats.org/drawingml/2006/main" prst="roundRect">
            <a:avLst>
              <a:gd name="adj" fmla="val 50000"/>
            </a:avLst>
          </a:prstGeom>
          <a:solidFill xmlns:a="http://schemas.openxmlformats.org/drawingml/2006/main">
            <a:srgbClr val="D88A00"/>
          </a:solidFill>
          <a:ln xmlns:a="http://schemas.openxmlformats.org/drawingml/2006/main" w="10478">
            <a:solidFill>
              <a:srgbClr val="D88A00"/>
            </a:solidFill>
            <a:prstDash val="solid"/>
          </a:ln>
        </p:spPr>
      </p:sp>
      <p:sp>
        <p:nvSpPr>
          <p:cNvPr id="16" name="">
            <a:extLst xmlns:a="http://schemas.openxmlformats.org/drawingml/2006/main">
              <a:ext uri="{FF2B5EF4-FFF2-40B4-BE49-F238E27FC236}">
                <a16:creationId xmlns:a16="http://schemas.microsoft.com/office/drawing/2014/main" id="{A9CEADAB-359C-4376-A5A7-DF71034F23B5}"/>
              </a:ext>
            </a:extLst>
          </p:cNvPr>
          <p:cNvSpPr>
            <a:spLocks xmlns:a="http://schemas.openxmlformats.org/drawingml/2006/main" noGrp="1"/>
          </p:cNvSpPr>
          <p:nvPr/>
        </p:nvSpPr>
        <p:spPr>
          <a:xfrm xmlns:a="http://schemas.openxmlformats.org/drawingml/2006/main">
            <a:off x="1028700" y="28194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3</a:t>
            </a:r>
          </a:p>
        </p:txBody>
      </p:sp>
      <p:sp>
        <p:nvSpPr>
          <p:cNvPr id="17" name="">
            <a:extLst xmlns:a="http://schemas.openxmlformats.org/drawingml/2006/main">
              <a:ext uri="{FF2B5EF4-FFF2-40B4-BE49-F238E27FC236}">
                <a16:creationId xmlns:a16="http://schemas.microsoft.com/office/drawing/2014/main" id="{7F5CC41C-7290-4FD0-B23E-045D2097D9B5}"/>
              </a:ext>
            </a:extLst>
          </p:cNvPr>
          <p:cNvSpPr>
            <a:spLocks xmlns:a="http://schemas.openxmlformats.org/drawingml/2006/main" noGrp="1"/>
          </p:cNvSpPr>
          <p:nvPr/>
        </p:nvSpPr>
        <p:spPr>
          <a:xfrm xmlns:a="http://schemas.openxmlformats.org/drawingml/2006/main">
            <a:off x="1485900" y="26860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D88A00"/>
                </a:solidFill>
              </a:defRPr>
            </a:pPr>
            <a:r>
              <a:rPr sz="1500" b="1" i="0">
                <a:solidFill>
                  <a:srgbClr val="D88A00"/>
                </a:solidFill>
              </a:rPr>
              <a:t>Tool definition</a:t>
            </a:r>
          </a:p>
        </p:txBody>
      </p:sp>
      <p:sp>
        <p:nvSpPr>
          <p:cNvPr id="18" name="">
            <a:extLst xmlns:a="http://schemas.openxmlformats.org/drawingml/2006/main">
              <a:ext uri="{FF2B5EF4-FFF2-40B4-BE49-F238E27FC236}">
                <a16:creationId xmlns:a16="http://schemas.microsoft.com/office/drawing/2014/main" id="{ABEF7684-70DE-4A58-AFE4-EEC0E9CC8628}"/>
              </a:ext>
            </a:extLst>
          </p:cNvPr>
          <p:cNvSpPr>
            <a:spLocks xmlns:a="http://schemas.openxmlformats.org/drawingml/2006/main" noGrp="1"/>
          </p:cNvSpPr>
          <p:nvPr/>
        </p:nvSpPr>
        <p:spPr>
          <a:xfrm xmlns:a="http://schemas.openxmlformats.org/drawingml/2006/main">
            <a:off x="1485900" y="29718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names, descriptions, schemas</a:t>
            </a:r>
          </a:p>
        </p:txBody>
      </p:sp>
      <p:sp>
        <p:nvSpPr>
          <p:cNvPr id="19" name="">
            <a:extLst xmlns:a="http://schemas.openxmlformats.org/drawingml/2006/main">
              <a:ext uri="{FF2B5EF4-FFF2-40B4-BE49-F238E27FC236}">
                <a16:creationId xmlns:a16="http://schemas.microsoft.com/office/drawing/2014/main" id="{B2D35DA3-040F-4770-A5B7-1BE4F97EC793}"/>
              </a:ext>
            </a:extLst>
          </p:cNvPr>
          <p:cNvSpPr>
            <a:spLocks xmlns:a="http://schemas.openxmlformats.org/drawingml/2006/main" noGrp="1"/>
          </p:cNvSpPr>
          <p:nvPr/>
        </p:nvSpPr>
        <p:spPr>
          <a:xfrm xmlns:a="http://schemas.openxmlformats.org/drawingml/2006/main">
            <a:off x="6324600" y="2533650"/>
            <a:ext cx="5124450" cy="781050"/>
          </a:xfrm>
          <a:prstGeom xmlns:a="http://schemas.openxmlformats.org/drawingml/2006/main" prst="roundRect">
            <a:avLst>
              <a:gd name="adj" fmla="val 9756"/>
            </a:avLst>
          </a:prstGeom>
          <a:solidFill xmlns:a="http://schemas.openxmlformats.org/drawingml/2006/main">
            <a:srgbClr val="EEF6FF"/>
          </a:solidFill>
          <a:ln xmlns:a="http://schemas.openxmlformats.org/drawingml/2006/main" w="10478">
            <a:solidFill>
              <a:srgbClr val="B9D4F6"/>
            </a:solidFill>
            <a:prstDash val="solid"/>
          </a:ln>
        </p:spPr>
      </p:sp>
      <p:sp>
        <p:nvSpPr>
          <p:cNvPr id="20" name="">
            <a:extLst xmlns:a="http://schemas.openxmlformats.org/drawingml/2006/main">
              <a:ext uri="{FF2B5EF4-FFF2-40B4-BE49-F238E27FC236}">
                <a16:creationId xmlns:a16="http://schemas.microsoft.com/office/drawing/2014/main" id="{73E7FCD9-2EB3-43B6-8411-0CDEB4FE2723}"/>
              </a:ext>
            </a:extLst>
          </p:cNvPr>
          <p:cNvSpPr>
            <a:spLocks xmlns:a="http://schemas.openxmlformats.org/drawingml/2006/main" noGrp="1"/>
          </p:cNvSpPr>
          <p:nvPr/>
        </p:nvSpPr>
        <p:spPr>
          <a:xfrm xmlns:a="http://schemas.openxmlformats.org/drawingml/2006/main">
            <a:off x="6496050" y="2724150"/>
            <a:ext cx="400050" cy="400050"/>
          </a:xfrm>
          <a:prstGeom xmlns:a="http://schemas.openxmlformats.org/drawingml/2006/main" prst="roundRect">
            <a:avLst>
              <a:gd name="adj" fmla="val 50000"/>
            </a:avLst>
          </a:prstGeom>
          <a:solidFill xmlns:a="http://schemas.openxmlformats.org/drawingml/2006/main">
            <a:srgbClr val="6B4AA1"/>
          </a:solidFill>
          <a:ln xmlns:a="http://schemas.openxmlformats.org/drawingml/2006/main" w="10478">
            <a:solidFill>
              <a:srgbClr val="6B4AA1"/>
            </a:solidFill>
            <a:prstDash val="solid"/>
          </a:ln>
        </p:spPr>
      </p:sp>
      <p:sp>
        <p:nvSpPr>
          <p:cNvPr id="21" name="">
            <a:extLst xmlns:a="http://schemas.openxmlformats.org/drawingml/2006/main">
              <a:ext uri="{FF2B5EF4-FFF2-40B4-BE49-F238E27FC236}">
                <a16:creationId xmlns:a16="http://schemas.microsoft.com/office/drawing/2014/main" id="{D37559C1-CBA0-4000-8244-8740238D4045}"/>
              </a:ext>
            </a:extLst>
          </p:cNvPr>
          <p:cNvSpPr>
            <a:spLocks xmlns:a="http://schemas.openxmlformats.org/drawingml/2006/main" noGrp="1"/>
          </p:cNvSpPr>
          <p:nvPr/>
        </p:nvSpPr>
        <p:spPr>
          <a:xfrm xmlns:a="http://schemas.openxmlformats.org/drawingml/2006/main">
            <a:off x="6610350" y="28194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4</a:t>
            </a:r>
          </a:p>
        </p:txBody>
      </p:sp>
      <p:sp>
        <p:nvSpPr>
          <p:cNvPr id="22" name="">
            <a:extLst xmlns:a="http://schemas.openxmlformats.org/drawingml/2006/main">
              <a:ext uri="{FF2B5EF4-FFF2-40B4-BE49-F238E27FC236}">
                <a16:creationId xmlns:a16="http://schemas.microsoft.com/office/drawing/2014/main" id="{FAC19BAA-E4C1-4853-8AAD-7EE6019C2E5D}"/>
              </a:ext>
            </a:extLst>
          </p:cNvPr>
          <p:cNvSpPr>
            <a:spLocks xmlns:a="http://schemas.openxmlformats.org/drawingml/2006/main" noGrp="1"/>
          </p:cNvSpPr>
          <p:nvPr/>
        </p:nvSpPr>
        <p:spPr>
          <a:xfrm xmlns:a="http://schemas.openxmlformats.org/drawingml/2006/main">
            <a:off x="7067550" y="26860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6B4AA1"/>
                </a:solidFill>
              </a:defRPr>
            </a:pPr>
            <a:r>
              <a:rPr sz="1500" b="1" i="0">
                <a:solidFill>
                  <a:srgbClr val="6B4AA1"/>
                </a:solidFill>
              </a:rPr>
              <a:t>Tool-call parsing</a:t>
            </a:r>
          </a:p>
        </p:txBody>
      </p:sp>
      <p:sp>
        <p:nvSpPr>
          <p:cNvPr id="23" name="">
            <a:extLst xmlns:a="http://schemas.openxmlformats.org/drawingml/2006/main">
              <a:ext uri="{FF2B5EF4-FFF2-40B4-BE49-F238E27FC236}">
                <a16:creationId xmlns:a16="http://schemas.microsoft.com/office/drawing/2014/main" id="{940D752A-5DC4-4F4B-B472-EB81F7F78271}"/>
              </a:ext>
            </a:extLst>
          </p:cNvPr>
          <p:cNvSpPr>
            <a:spLocks xmlns:a="http://schemas.openxmlformats.org/drawingml/2006/main" noGrp="1"/>
          </p:cNvSpPr>
          <p:nvPr/>
        </p:nvSpPr>
        <p:spPr>
          <a:xfrm xmlns:a="http://schemas.openxmlformats.org/drawingml/2006/main">
            <a:off x="7067550" y="29718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distinguish text from requests</a:t>
            </a:r>
          </a:p>
        </p:txBody>
      </p:sp>
      <p:sp>
        <p:nvSpPr>
          <p:cNvPr id="24" name="">
            <a:extLst xmlns:a="http://schemas.openxmlformats.org/drawingml/2006/main">
              <a:ext uri="{FF2B5EF4-FFF2-40B4-BE49-F238E27FC236}">
                <a16:creationId xmlns:a16="http://schemas.microsoft.com/office/drawing/2014/main" id="{C53B4ACC-C7B4-4F3E-A54C-4AA18D45C75B}"/>
              </a:ext>
            </a:extLst>
          </p:cNvPr>
          <p:cNvSpPr>
            <a:spLocks xmlns:a="http://schemas.openxmlformats.org/drawingml/2006/main" noGrp="1"/>
          </p:cNvSpPr>
          <p:nvPr/>
        </p:nvSpPr>
        <p:spPr>
          <a:xfrm xmlns:a="http://schemas.openxmlformats.org/drawingml/2006/main">
            <a:off x="742950" y="3524250"/>
            <a:ext cx="5124450" cy="781050"/>
          </a:xfrm>
          <a:prstGeom xmlns:a="http://schemas.openxmlformats.org/drawingml/2006/main" prst="roundRect">
            <a:avLst>
              <a:gd name="adj" fmla="val 9756"/>
            </a:avLst>
          </a:prstGeom>
          <a:solidFill xmlns:a="http://schemas.openxmlformats.org/drawingml/2006/main">
            <a:srgbClr val="F8FBFF"/>
          </a:solidFill>
          <a:ln xmlns:a="http://schemas.openxmlformats.org/drawingml/2006/main" w="10478">
            <a:solidFill>
              <a:srgbClr val="B9D4F6"/>
            </a:solidFill>
            <a:prstDash val="solid"/>
          </a:ln>
        </p:spPr>
      </p:sp>
      <p:sp>
        <p:nvSpPr>
          <p:cNvPr id="25" name="">
            <a:extLst xmlns:a="http://schemas.openxmlformats.org/drawingml/2006/main">
              <a:ext uri="{FF2B5EF4-FFF2-40B4-BE49-F238E27FC236}">
                <a16:creationId xmlns:a16="http://schemas.microsoft.com/office/drawing/2014/main" id="{4971028C-243C-4701-A612-7C33BE2E5190}"/>
              </a:ext>
            </a:extLst>
          </p:cNvPr>
          <p:cNvSpPr>
            <a:spLocks xmlns:a="http://schemas.openxmlformats.org/drawingml/2006/main" noGrp="1"/>
          </p:cNvSpPr>
          <p:nvPr/>
        </p:nvSpPr>
        <p:spPr>
          <a:xfrm xmlns:a="http://schemas.openxmlformats.org/drawingml/2006/main">
            <a:off x="914400" y="3714750"/>
            <a:ext cx="400050" cy="400050"/>
          </a:xfrm>
          <a:prstGeom xmlns:a="http://schemas.openxmlformats.org/drawingml/2006/main" prst="roundRect">
            <a:avLst>
              <a:gd name="adj" fmla="val 50000"/>
            </a:avLst>
          </a:prstGeom>
          <a:solidFill xmlns:a="http://schemas.openxmlformats.org/drawingml/2006/main">
            <a:srgbClr val="CC2B2B"/>
          </a:solidFill>
          <a:ln xmlns:a="http://schemas.openxmlformats.org/drawingml/2006/main" w="10478">
            <a:solidFill>
              <a:srgbClr val="CC2B2B"/>
            </a:solidFill>
            <a:prstDash val="solid"/>
          </a:ln>
        </p:spPr>
      </p:sp>
      <p:sp>
        <p:nvSpPr>
          <p:cNvPr id="26" name="">
            <a:extLst xmlns:a="http://schemas.openxmlformats.org/drawingml/2006/main">
              <a:ext uri="{FF2B5EF4-FFF2-40B4-BE49-F238E27FC236}">
                <a16:creationId xmlns:a16="http://schemas.microsoft.com/office/drawing/2014/main" id="{4CDD8666-0B50-4170-874D-5CC908204AC0}"/>
              </a:ext>
            </a:extLst>
          </p:cNvPr>
          <p:cNvSpPr>
            <a:spLocks xmlns:a="http://schemas.openxmlformats.org/drawingml/2006/main" noGrp="1"/>
          </p:cNvSpPr>
          <p:nvPr/>
        </p:nvSpPr>
        <p:spPr>
          <a:xfrm xmlns:a="http://schemas.openxmlformats.org/drawingml/2006/main">
            <a:off x="1028700" y="38100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5</a:t>
            </a:r>
          </a:p>
        </p:txBody>
      </p:sp>
      <p:sp>
        <p:nvSpPr>
          <p:cNvPr id="27" name="">
            <a:extLst xmlns:a="http://schemas.openxmlformats.org/drawingml/2006/main">
              <a:ext uri="{FF2B5EF4-FFF2-40B4-BE49-F238E27FC236}">
                <a16:creationId xmlns:a16="http://schemas.microsoft.com/office/drawing/2014/main" id="{8CD2BC0E-CD09-4847-BC06-FBA28DBD356F}"/>
              </a:ext>
            </a:extLst>
          </p:cNvPr>
          <p:cNvSpPr>
            <a:spLocks xmlns:a="http://schemas.openxmlformats.org/drawingml/2006/main" noGrp="1"/>
          </p:cNvSpPr>
          <p:nvPr/>
        </p:nvSpPr>
        <p:spPr>
          <a:xfrm xmlns:a="http://schemas.openxmlformats.org/drawingml/2006/main">
            <a:off x="1485900" y="36766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CC2B2B"/>
                </a:solidFill>
              </a:defRPr>
            </a:pPr>
            <a:r>
              <a:rPr sz="1500" b="1" i="0">
                <a:solidFill>
                  <a:srgbClr val="CC2B2B"/>
                </a:solidFill>
              </a:rPr>
              <a:t>Validation and permission</a:t>
            </a:r>
          </a:p>
        </p:txBody>
      </p:sp>
      <p:sp>
        <p:nvSpPr>
          <p:cNvPr id="28" name="">
            <a:extLst xmlns:a="http://schemas.openxmlformats.org/drawingml/2006/main">
              <a:ext uri="{FF2B5EF4-FFF2-40B4-BE49-F238E27FC236}">
                <a16:creationId xmlns:a16="http://schemas.microsoft.com/office/drawing/2014/main" id="{5E1293E4-DADF-4744-BE7E-C760CE0A3E84}"/>
              </a:ext>
            </a:extLst>
          </p:cNvPr>
          <p:cNvSpPr>
            <a:spLocks xmlns:a="http://schemas.openxmlformats.org/drawingml/2006/main" noGrp="1"/>
          </p:cNvSpPr>
          <p:nvPr/>
        </p:nvSpPr>
        <p:spPr>
          <a:xfrm xmlns:a="http://schemas.openxmlformats.org/drawingml/2006/main">
            <a:off x="1485900" y="39624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schema, policy, approval</a:t>
            </a:r>
          </a:p>
        </p:txBody>
      </p:sp>
      <p:sp>
        <p:nvSpPr>
          <p:cNvPr id="29" name="">
            <a:extLst xmlns:a="http://schemas.openxmlformats.org/drawingml/2006/main">
              <a:ext uri="{FF2B5EF4-FFF2-40B4-BE49-F238E27FC236}">
                <a16:creationId xmlns:a16="http://schemas.microsoft.com/office/drawing/2014/main" id="{4C1CAB72-6C66-4AEA-823A-610824BDB1C2}"/>
              </a:ext>
            </a:extLst>
          </p:cNvPr>
          <p:cNvSpPr>
            <a:spLocks xmlns:a="http://schemas.openxmlformats.org/drawingml/2006/main" noGrp="1"/>
          </p:cNvSpPr>
          <p:nvPr/>
        </p:nvSpPr>
        <p:spPr>
          <a:xfrm xmlns:a="http://schemas.openxmlformats.org/drawingml/2006/main">
            <a:off x="6324600" y="3524250"/>
            <a:ext cx="5124450" cy="781050"/>
          </a:xfrm>
          <a:prstGeom xmlns:a="http://schemas.openxmlformats.org/drawingml/2006/main" prst="roundRect">
            <a:avLst>
              <a:gd name="adj" fmla="val 9756"/>
            </a:avLst>
          </a:prstGeom>
          <a:solidFill xmlns:a="http://schemas.openxmlformats.org/drawingml/2006/main">
            <a:srgbClr val="F8FBFF"/>
          </a:solidFill>
          <a:ln xmlns:a="http://schemas.openxmlformats.org/drawingml/2006/main" w="10478">
            <a:solidFill>
              <a:srgbClr val="B9D4F6"/>
            </a:solidFill>
            <a:prstDash val="solid"/>
          </a:ln>
        </p:spPr>
      </p:sp>
      <p:sp>
        <p:nvSpPr>
          <p:cNvPr id="30" name="">
            <a:extLst xmlns:a="http://schemas.openxmlformats.org/drawingml/2006/main">
              <a:ext uri="{FF2B5EF4-FFF2-40B4-BE49-F238E27FC236}">
                <a16:creationId xmlns:a16="http://schemas.microsoft.com/office/drawing/2014/main" id="{D9DCA8DC-6302-4482-9179-FD59E5381584}"/>
              </a:ext>
            </a:extLst>
          </p:cNvPr>
          <p:cNvSpPr>
            <a:spLocks xmlns:a="http://schemas.openxmlformats.org/drawingml/2006/main" noGrp="1"/>
          </p:cNvSpPr>
          <p:nvPr/>
        </p:nvSpPr>
        <p:spPr>
          <a:xfrm xmlns:a="http://schemas.openxmlformats.org/drawingml/2006/main">
            <a:off x="6496050" y="371475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31" name="">
            <a:extLst xmlns:a="http://schemas.openxmlformats.org/drawingml/2006/main">
              <a:ext uri="{FF2B5EF4-FFF2-40B4-BE49-F238E27FC236}">
                <a16:creationId xmlns:a16="http://schemas.microsoft.com/office/drawing/2014/main" id="{2729DDD1-5CD0-4704-A8E9-67BB36946C5D}"/>
              </a:ext>
            </a:extLst>
          </p:cNvPr>
          <p:cNvSpPr>
            <a:spLocks xmlns:a="http://schemas.openxmlformats.org/drawingml/2006/main" noGrp="1"/>
          </p:cNvSpPr>
          <p:nvPr/>
        </p:nvSpPr>
        <p:spPr>
          <a:xfrm xmlns:a="http://schemas.openxmlformats.org/drawingml/2006/main">
            <a:off x="6610350" y="38100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6</a:t>
            </a:r>
          </a:p>
        </p:txBody>
      </p:sp>
      <p:sp>
        <p:nvSpPr>
          <p:cNvPr id="32" name="">
            <a:extLst xmlns:a="http://schemas.openxmlformats.org/drawingml/2006/main">
              <a:ext uri="{FF2B5EF4-FFF2-40B4-BE49-F238E27FC236}">
                <a16:creationId xmlns:a16="http://schemas.microsoft.com/office/drawing/2014/main" id="{BC0934B1-F733-4437-B164-A6C982EF8C7B}"/>
              </a:ext>
            </a:extLst>
          </p:cNvPr>
          <p:cNvSpPr>
            <a:spLocks xmlns:a="http://schemas.openxmlformats.org/drawingml/2006/main" noGrp="1"/>
          </p:cNvSpPr>
          <p:nvPr/>
        </p:nvSpPr>
        <p:spPr>
          <a:xfrm xmlns:a="http://schemas.openxmlformats.org/drawingml/2006/main">
            <a:off x="7067550" y="36766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138A43"/>
                </a:solidFill>
              </a:defRPr>
            </a:pPr>
            <a:r>
              <a:rPr sz="1500" b="1" i="0">
                <a:solidFill>
                  <a:srgbClr val="138A43"/>
                </a:solidFill>
              </a:rPr>
              <a:t>Execution</a:t>
            </a:r>
          </a:p>
        </p:txBody>
      </p:sp>
      <p:sp>
        <p:nvSpPr>
          <p:cNvPr id="33" name="">
            <a:extLst xmlns:a="http://schemas.openxmlformats.org/drawingml/2006/main">
              <a:ext uri="{FF2B5EF4-FFF2-40B4-BE49-F238E27FC236}">
                <a16:creationId xmlns:a16="http://schemas.microsoft.com/office/drawing/2014/main" id="{4EA81D7B-64EF-4EC1-9B11-74CAA1BFE34E}"/>
              </a:ext>
            </a:extLst>
          </p:cNvPr>
          <p:cNvSpPr>
            <a:spLocks xmlns:a="http://schemas.openxmlformats.org/drawingml/2006/main" noGrp="1"/>
          </p:cNvSpPr>
          <p:nvPr/>
        </p:nvSpPr>
        <p:spPr>
          <a:xfrm xmlns:a="http://schemas.openxmlformats.org/drawingml/2006/main">
            <a:off x="7067550" y="39624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APIs, files, browser, shell, MCP</a:t>
            </a:r>
          </a:p>
        </p:txBody>
      </p:sp>
      <p:sp>
        <p:nvSpPr>
          <p:cNvPr id="34" name="">
            <a:extLst xmlns:a="http://schemas.openxmlformats.org/drawingml/2006/main">
              <a:ext uri="{FF2B5EF4-FFF2-40B4-BE49-F238E27FC236}">
                <a16:creationId xmlns:a16="http://schemas.microsoft.com/office/drawing/2014/main" id="{5A0B80B6-5803-4A23-823F-E9172196B2C2}"/>
              </a:ext>
            </a:extLst>
          </p:cNvPr>
          <p:cNvSpPr>
            <a:spLocks xmlns:a="http://schemas.openxmlformats.org/drawingml/2006/main" noGrp="1"/>
          </p:cNvSpPr>
          <p:nvPr/>
        </p:nvSpPr>
        <p:spPr>
          <a:xfrm xmlns:a="http://schemas.openxmlformats.org/drawingml/2006/main">
            <a:off x="742950" y="4514850"/>
            <a:ext cx="5124450" cy="781050"/>
          </a:xfrm>
          <a:prstGeom xmlns:a="http://schemas.openxmlformats.org/drawingml/2006/main" prst="roundRect">
            <a:avLst>
              <a:gd name="adj" fmla="val 9756"/>
            </a:avLst>
          </a:prstGeom>
          <a:solidFill xmlns:a="http://schemas.openxmlformats.org/drawingml/2006/main">
            <a:srgbClr val="EEF6FF"/>
          </a:solidFill>
          <a:ln xmlns:a="http://schemas.openxmlformats.org/drawingml/2006/main" w="10478">
            <a:solidFill>
              <a:srgbClr val="B9D4F6"/>
            </a:solidFill>
            <a:prstDash val="solid"/>
          </a:ln>
        </p:spPr>
      </p:sp>
      <p:sp>
        <p:nvSpPr>
          <p:cNvPr id="35" name="">
            <a:extLst xmlns:a="http://schemas.openxmlformats.org/drawingml/2006/main">
              <a:ext uri="{FF2B5EF4-FFF2-40B4-BE49-F238E27FC236}">
                <a16:creationId xmlns:a16="http://schemas.microsoft.com/office/drawing/2014/main" id="{76273EAF-9A67-4C7B-A5D4-E85EBF383540}"/>
              </a:ext>
            </a:extLst>
          </p:cNvPr>
          <p:cNvSpPr>
            <a:spLocks xmlns:a="http://schemas.openxmlformats.org/drawingml/2006/main" noGrp="1"/>
          </p:cNvSpPr>
          <p:nvPr/>
        </p:nvSpPr>
        <p:spPr>
          <a:xfrm xmlns:a="http://schemas.openxmlformats.org/drawingml/2006/main">
            <a:off x="914400" y="470535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36" name="">
            <a:extLst xmlns:a="http://schemas.openxmlformats.org/drawingml/2006/main">
              <a:ext uri="{FF2B5EF4-FFF2-40B4-BE49-F238E27FC236}">
                <a16:creationId xmlns:a16="http://schemas.microsoft.com/office/drawing/2014/main" id="{74E38D4F-F077-4D00-A173-3C1FF293B939}"/>
              </a:ext>
            </a:extLst>
          </p:cNvPr>
          <p:cNvSpPr>
            <a:spLocks xmlns:a="http://schemas.openxmlformats.org/drawingml/2006/main" noGrp="1"/>
          </p:cNvSpPr>
          <p:nvPr/>
        </p:nvSpPr>
        <p:spPr>
          <a:xfrm xmlns:a="http://schemas.openxmlformats.org/drawingml/2006/main">
            <a:off x="1028700" y="48006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7</a:t>
            </a:r>
          </a:p>
        </p:txBody>
      </p:sp>
      <p:sp>
        <p:nvSpPr>
          <p:cNvPr id="37" name="">
            <a:extLst xmlns:a="http://schemas.openxmlformats.org/drawingml/2006/main">
              <a:ext uri="{FF2B5EF4-FFF2-40B4-BE49-F238E27FC236}">
                <a16:creationId xmlns:a16="http://schemas.microsoft.com/office/drawing/2014/main" id="{21999D23-BFC7-4FD2-BD8F-E10538E7B43B}"/>
              </a:ext>
            </a:extLst>
          </p:cNvPr>
          <p:cNvSpPr>
            <a:spLocks xmlns:a="http://schemas.openxmlformats.org/drawingml/2006/main" noGrp="1"/>
          </p:cNvSpPr>
          <p:nvPr/>
        </p:nvSpPr>
        <p:spPr>
          <a:xfrm xmlns:a="http://schemas.openxmlformats.org/drawingml/2006/main">
            <a:off x="1485900" y="46672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004AAD"/>
                </a:solidFill>
              </a:defRPr>
            </a:pPr>
            <a:r>
              <a:rPr sz="1500" b="1" i="0">
                <a:solidFill>
                  <a:srgbClr val="004AAD"/>
                </a:solidFill>
              </a:rPr>
              <a:t>Observation writing</a:t>
            </a:r>
          </a:p>
        </p:txBody>
      </p:sp>
      <p:sp>
        <p:nvSpPr>
          <p:cNvPr id="38" name="">
            <a:extLst xmlns:a="http://schemas.openxmlformats.org/drawingml/2006/main">
              <a:ext uri="{FF2B5EF4-FFF2-40B4-BE49-F238E27FC236}">
                <a16:creationId xmlns:a16="http://schemas.microsoft.com/office/drawing/2014/main" id="{19C0F001-2A6C-46C2-B7EA-7A5E9CFFCC65}"/>
              </a:ext>
            </a:extLst>
          </p:cNvPr>
          <p:cNvSpPr>
            <a:spLocks xmlns:a="http://schemas.openxmlformats.org/drawingml/2006/main" noGrp="1"/>
          </p:cNvSpPr>
          <p:nvPr/>
        </p:nvSpPr>
        <p:spPr>
          <a:xfrm xmlns:a="http://schemas.openxmlformats.org/drawingml/2006/main">
            <a:off x="1485900" y="49530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results, errors, traces</a:t>
            </a:r>
          </a:p>
        </p:txBody>
      </p:sp>
      <p:sp>
        <p:nvSpPr>
          <p:cNvPr id="39" name="">
            <a:extLst xmlns:a="http://schemas.openxmlformats.org/drawingml/2006/main">
              <a:ext uri="{FF2B5EF4-FFF2-40B4-BE49-F238E27FC236}">
                <a16:creationId xmlns:a16="http://schemas.microsoft.com/office/drawing/2014/main" id="{B8F2340A-EF41-499B-B7DD-E41E35634D6C}"/>
              </a:ext>
            </a:extLst>
          </p:cNvPr>
          <p:cNvSpPr>
            <a:spLocks xmlns:a="http://schemas.openxmlformats.org/drawingml/2006/main" noGrp="1"/>
          </p:cNvSpPr>
          <p:nvPr/>
        </p:nvSpPr>
        <p:spPr>
          <a:xfrm xmlns:a="http://schemas.openxmlformats.org/drawingml/2006/main">
            <a:off x="6324600" y="4514850"/>
            <a:ext cx="5124450" cy="781050"/>
          </a:xfrm>
          <a:prstGeom xmlns:a="http://schemas.openxmlformats.org/drawingml/2006/main" prst="roundRect">
            <a:avLst>
              <a:gd name="adj" fmla="val 9756"/>
            </a:avLst>
          </a:prstGeom>
          <a:solidFill xmlns:a="http://schemas.openxmlformats.org/drawingml/2006/main">
            <a:srgbClr val="EEF6FF"/>
          </a:solidFill>
          <a:ln xmlns:a="http://schemas.openxmlformats.org/drawingml/2006/main" w="10478">
            <a:solidFill>
              <a:srgbClr val="B9D4F6"/>
            </a:solidFill>
            <a:prstDash val="solid"/>
          </a:ln>
        </p:spPr>
      </p:sp>
      <p:sp>
        <p:nvSpPr>
          <p:cNvPr id="40" name="">
            <a:extLst xmlns:a="http://schemas.openxmlformats.org/drawingml/2006/main">
              <a:ext uri="{FF2B5EF4-FFF2-40B4-BE49-F238E27FC236}">
                <a16:creationId xmlns:a16="http://schemas.microsoft.com/office/drawing/2014/main" id="{3B280AEF-63D6-4867-AAB7-B32B7C9EDF27}"/>
              </a:ext>
            </a:extLst>
          </p:cNvPr>
          <p:cNvSpPr>
            <a:spLocks xmlns:a="http://schemas.openxmlformats.org/drawingml/2006/main" noGrp="1"/>
          </p:cNvSpPr>
          <p:nvPr/>
        </p:nvSpPr>
        <p:spPr>
          <a:xfrm xmlns:a="http://schemas.openxmlformats.org/drawingml/2006/main">
            <a:off x="6496050" y="4705350"/>
            <a:ext cx="400050" cy="400050"/>
          </a:xfrm>
          <a:prstGeom xmlns:a="http://schemas.openxmlformats.org/drawingml/2006/main" prst="roundRect">
            <a:avLst>
              <a:gd name="adj" fmla="val 50000"/>
            </a:avLst>
          </a:prstGeom>
          <a:solidFill xmlns:a="http://schemas.openxmlformats.org/drawingml/2006/main">
            <a:srgbClr val="D88A00"/>
          </a:solidFill>
          <a:ln xmlns:a="http://schemas.openxmlformats.org/drawingml/2006/main" w="10478">
            <a:solidFill>
              <a:srgbClr val="D88A00"/>
            </a:solidFill>
            <a:prstDash val="solid"/>
          </a:ln>
        </p:spPr>
      </p:sp>
      <p:sp>
        <p:nvSpPr>
          <p:cNvPr id="41" name="">
            <a:extLst xmlns:a="http://schemas.openxmlformats.org/drawingml/2006/main">
              <a:ext uri="{FF2B5EF4-FFF2-40B4-BE49-F238E27FC236}">
                <a16:creationId xmlns:a16="http://schemas.microsoft.com/office/drawing/2014/main" id="{A4536920-0347-4B66-9C4F-AFBA75755FA4}"/>
              </a:ext>
            </a:extLst>
          </p:cNvPr>
          <p:cNvSpPr>
            <a:spLocks xmlns:a="http://schemas.openxmlformats.org/drawingml/2006/main" noGrp="1"/>
          </p:cNvSpPr>
          <p:nvPr/>
        </p:nvSpPr>
        <p:spPr>
          <a:xfrm xmlns:a="http://schemas.openxmlformats.org/drawingml/2006/main">
            <a:off x="6610350" y="480060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8</a:t>
            </a:r>
          </a:p>
        </p:txBody>
      </p:sp>
      <p:sp>
        <p:nvSpPr>
          <p:cNvPr id="42" name="">
            <a:extLst xmlns:a="http://schemas.openxmlformats.org/drawingml/2006/main">
              <a:ext uri="{FF2B5EF4-FFF2-40B4-BE49-F238E27FC236}">
                <a16:creationId xmlns:a16="http://schemas.microsoft.com/office/drawing/2014/main" id="{66634194-74B9-4A1A-9AA4-F88A06AC099D}"/>
              </a:ext>
            </a:extLst>
          </p:cNvPr>
          <p:cNvSpPr>
            <a:spLocks xmlns:a="http://schemas.openxmlformats.org/drawingml/2006/main" noGrp="1"/>
          </p:cNvSpPr>
          <p:nvPr/>
        </p:nvSpPr>
        <p:spPr>
          <a:xfrm xmlns:a="http://schemas.openxmlformats.org/drawingml/2006/main">
            <a:off x="7067550" y="46672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D88A00"/>
                </a:solidFill>
              </a:defRPr>
            </a:pPr>
            <a:r>
              <a:rPr sz="1500" b="1" i="0">
                <a:solidFill>
                  <a:srgbClr val="D88A00"/>
                </a:solidFill>
              </a:rPr>
              <a:t>Loop control</a:t>
            </a:r>
          </a:p>
        </p:txBody>
      </p:sp>
      <p:sp>
        <p:nvSpPr>
          <p:cNvPr id="43" name="">
            <a:extLst xmlns:a="http://schemas.openxmlformats.org/drawingml/2006/main">
              <a:ext uri="{FF2B5EF4-FFF2-40B4-BE49-F238E27FC236}">
                <a16:creationId xmlns:a16="http://schemas.microsoft.com/office/drawing/2014/main" id="{748123AE-A6AD-49BA-8290-A070AAD2D064}"/>
              </a:ext>
            </a:extLst>
          </p:cNvPr>
          <p:cNvSpPr>
            <a:spLocks xmlns:a="http://schemas.openxmlformats.org/drawingml/2006/main" noGrp="1"/>
          </p:cNvSpPr>
          <p:nvPr/>
        </p:nvSpPr>
        <p:spPr>
          <a:xfrm xmlns:a="http://schemas.openxmlformats.org/drawingml/2006/main">
            <a:off x="7067550" y="4953000"/>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retry, stop, timeout, cost</a:t>
            </a:r>
          </a:p>
        </p:txBody>
      </p:sp>
      <p:sp>
        <p:nvSpPr>
          <p:cNvPr id="44" name="">
            <a:extLst xmlns:a="http://schemas.openxmlformats.org/drawingml/2006/main">
              <a:ext uri="{FF2B5EF4-FFF2-40B4-BE49-F238E27FC236}">
                <a16:creationId xmlns:a16="http://schemas.microsoft.com/office/drawing/2014/main" id="{8E132529-7D26-474B-A5EC-19B557E63636}"/>
              </a:ext>
            </a:extLst>
          </p:cNvPr>
          <p:cNvSpPr>
            <a:spLocks xmlns:a="http://schemas.openxmlformats.org/drawingml/2006/main" noGrp="1"/>
          </p:cNvSpPr>
          <p:nvPr/>
        </p:nvSpPr>
        <p:spPr>
          <a:xfrm xmlns:a="http://schemas.openxmlformats.org/drawingml/2006/main">
            <a:off x="1657350" y="5753100"/>
            <a:ext cx="8877300" cy="476250"/>
          </a:xfrm>
          <a:prstGeom xmlns:a="http://schemas.openxmlformats.org/drawingml/2006/main" prst="roundRect">
            <a:avLst>
              <a:gd name="adj" fmla="val 16000"/>
            </a:avLst>
          </a:prstGeom>
          <a:solidFill xmlns:a="http://schemas.openxmlformats.org/drawingml/2006/main">
            <a:srgbClr val="FFF7DF"/>
          </a:solidFill>
          <a:ln xmlns:a="http://schemas.openxmlformats.org/drawingml/2006/main" w="10478">
            <a:solidFill>
              <a:srgbClr val="F0D891"/>
            </a:solidFill>
            <a:prstDash val="solid"/>
          </a:ln>
        </p:spPr>
      </p:sp>
      <p:sp>
        <p:nvSpPr>
          <p:cNvPr id="45" name="">
            <a:extLst xmlns:a="http://schemas.openxmlformats.org/drawingml/2006/main">
              <a:ext uri="{FF2B5EF4-FFF2-40B4-BE49-F238E27FC236}">
                <a16:creationId xmlns:a16="http://schemas.microsoft.com/office/drawing/2014/main" id="{29A6DEF7-0A3D-473C-B812-FD6B666EC4AB}"/>
              </a:ext>
            </a:extLst>
          </p:cNvPr>
          <p:cNvSpPr>
            <a:spLocks xmlns:a="http://schemas.openxmlformats.org/drawingml/2006/main" noGrp="1"/>
          </p:cNvSpPr>
          <p:nvPr/>
        </p:nvSpPr>
        <p:spPr>
          <a:xfrm xmlns:a="http://schemas.openxmlformats.org/drawingml/2006/main">
            <a:off x="1981200" y="58864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i="0">
                <a:solidFill>
                  <a:srgbClr val="D88A00"/>
                </a:solidFill>
              </a:defRPr>
            </a:pPr>
            <a:r>
              <a:rPr sz="1425" b="1" i="0">
                <a:solidFill>
                  <a:srgbClr val="D88A00"/>
                </a:solidFill>
              </a:rPr>
              <a:t>Engineering test</a:t>
            </a:r>
          </a:p>
        </p:txBody>
      </p:sp>
      <p:sp>
        <p:nvSpPr>
          <p:cNvPr id="46" name="">
            <a:extLst xmlns:a="http://schemas.openxmlformats.org/drawingml/2006/main">
              <a:ext uri="{FF2B5EF4-FFF2-40B4-BE49-F238E27FC236}">
                <a16:creationId xmlns:a16="http://schemas.microsoft.com/office/drawing/2014/main" id="{BE34B69B-5540-4FBD-B5C3-10844399F550}"/>
              </a:ext>
            </a:extLst>
          </p:cNvPr>
          <p:cNvSpPr>
            <a:spLocks xmlns:a="http://schemas.openxmlformats.org/drawingml/2006/main" noGrp="1"/>
          </p:cNvSpPr>
          <p:nvPr/>
        </p:nvSpPr>
        <p:spPr>
          <a:xfrm xmlns:a="http://schemas.openxmlformats.org/drawingml/2006/main">
            <a:off x="3943350" y="588645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Can you explain who decided what entered the paper and what was allowed to execute?</a:t>
            </a:r>
          </a:p>
        </p:txBody>
      </p:sp>
    </p:spTree>
    <p:extLst>
      <p:ext uri="{BB962C8B-B14F-4D97-AF65-F5344CB8AC3E}">
        <p14:creationId xmlns:p14="http://schemas.microsoft.com/office/powerpoint/2010/main" val="934092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16C31B9-3877-42DE-B9C1-0C37CEF18BC4}"/>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User Instructions Are Persistent Paper Annotations</a:t>
            </a:r>
          </a:p>
        </p:txBody>
      </p:sp>
      <p:sp>
        <p:nvSpPr>
          <p:cNvPr id="2" name="">
            <a:extLst xmlns:a="http://schemas.openxmlformats.org/drawingml/2006/main">
              <a:ext uri="{FF2B5EF4-FFF2-40B4-BE49-F238E27FC236}">
                <a16:creationId xmlns:a16="http://schemas.microsoft.com/office/drawing/2014/main" id="{7C0B0B86-CDBE-421D-855E-EF25883B8EC4}"/>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Use them for stable preferences, not as a private memory drawer.</a:t>
            </a:r>
          </a:p>
        </p:txBody>
      </p:sp>
      <p:sp>
        <p:nvSpPr>
          <p:cNvPr id="3" name="">
            <a:extLst xmlns:a="http://schemas.openxmlformats.org/drawingml/2006/main">
              <a:ext uri="{FF2B5EF4-FFF2-40B4-BE49-F238E27FC236}">
                <a16:creationId xmlns:a16="http://schemas.microsoft.com/office/drawing/2014/main" id="{DEB7E58A-288F-4FDB-859C-E56EE011D451}"/>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2E331C3D-D9DA-426F-A179-376C9A066E5C}"/>
              </a:ext>
            </a:extLst>
          </p:cNvPr>
          <p:cNvSpPr>
            <a:spLocks xmlns:a="http://schemas.openxmlformats.org/drawingml/2006/main" noGrp="1"/>
          </p:cNvSpPr>
          <p:nvPr/>
        </p:nvSpPr>
        <p:spPr>
          <a:xfrm xmlns:a="http://schemas.openxmlformats.org/drawingml/2006/main">
            <a:off x="800100" y="1638300"/>
            <a:ext cx="4762500" cy="3333750"/>
          </a:xfrm>
          <a:prstGeom xmlns:a="http://schemas.openxmlformats.org/drawingml/2006/main" prst="roundRect">
            <a:avLst>
              <a:gd name="adj" fmla="val 2286"/>
            </a:avLst>
          </a:prstGeom>
          <a:solidFill xmlns:a="http://schemas.openxmlformats.org/drawingml/2006/main">
            <a:srgbClr val="F8FBFF"/>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38F4ADA0-3796-46A6-BA1F-E3F9C66B83D6}"/>
              </a:ext>
            </a:extLst>
          </p:cNvPr>
          <p:cNvSpPr>
            <a:spLocks xmlns:a="http://schemas.openxmlformats.org/drawingml/2006/main" noGrp="1"/>
          </p:cNvSpPr>
          <p:nvPr/>
        </p:nvSpPr>
        <p:spPr>
          <a:xfrm xmlns:a="http://schemas.openxmlformats.org/drawingml/2006/main">
            <a:off x="1466850" y="19431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i="0">
                <a:solidFill>
                  <a:srgbClr val="004AAD"/>
                </a:solidFill>
              </a:defRPr>
            </a:pPr>
            <a:r>
              <a:rPr sz="2250" b="1" i="0">
                <a:solidFill>
                  <a:srgbClr val="004AAD"/>
                </a:solidFill>
              </a:rPr>
              <a:t>Good uses</a:t>
            </a:r>
          </a:p>
        </p:txBody>
      </p:sp>
      <p:sp>
        <p:nvSpPr>
          <p:cNvPr id="6" name="">
            <a:extLst xmlns:a="http://schemas.openxmlformats.org/drawingml/2006/main">
              <a:ext uri="{FF2B5EF4-FFF2-40B4-BE49-F238E27FC236}">
                <a16:creationId xmlns:a16="http://schemas.microsoft.com/office/drawing/2014/main" id="{C85E5F4B-D8CF-416A-8F1F-E5DD4D47C95C}"/>
              </a:ext>
            </a:extLst>
          </p:cNvPr>
          <p:cNvSpPr>
            <a:spLocks xmlns:a="http://schemas.openxmlformats.org/drawingml/2006/main" noGrp="1"/>
          </p:cNvSpPr>
          <p:nvPr/>
        </p:nvSpPr>
        <p:spPr>
          <a:xfrm xmlns:a="http://schemas.openxmlformats.org/drawingml/2006/main">
            <a:off x="1314450" y="24765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B9D4F6"/>
            </a:solidFill>
            <a:prstDash val="solid"/>
          </a:ln>
        </p:spPr>
      </p:sp>
      <p:sp>
        <p:nvSpPr>
          <p:cNvPr id="7" name="">
            <a:extLst xmlns:a="http://schemas.openxmlformats.org/drawingml/2006/main">
              <a:ext uri="{FF2B5EF4-FFF2-40B4-BE49-F238E27FC236}">
                <a16:creationId xmlns:a16="http://schemas.microsoft.com/office/drawing/2014/main" id="{D443534D-308F-4916-BE90-11CFE7B8A30F}"/>
              </a:ext>
            </a:extLst>
          </p:cNvPr>
          <p:cNvSpPr>
            <a:spLocks xmlns:a="http://schemas.openxmlformats.org/drawingml/2006/main" noGrp="1"/>
          </p:cNvSpPr>
          <p:nvPr/>
        </p:nvSpPr>
        <p:spPr>
          <a:xfrm xmlns:a="http://schemas.openxmlformats.org/drawingml/2006/main">
            <a:off x="1524000" y="25622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Language preference</a:t>
            </a:r>
          </a:p>
        </p:txBody>
      </p:sp>
      <p:sp>
        <p:nvSpPr>
          <p:cNvPr id="8" name="">
            <a:extLst xmlns:a="http://schemas.openxmlformats.org/drawingml/2006/main">
              <a:ext uri="{FF2B5EF4-FFF2-40B4-BE49-F238E27FC236}">
                <a16:creationId xmlns:a16="http://schemas.microsoft.com/office/drawing/2014/main" id="{26053E0F-461C-40A4-B8C7-E82599EB05D8}"/>
              </a:ext>
            </a:extLst>
          </p:cNvPr>
          <p:cNvSpPr>
            <a:spLocks xmlns:a="http://schemas.openxmlformats.org/drawingml/2006/main" noGrp="1"/>
          </p:cNvSpPr>
          <p:nvPr/>
        </p:nvSpPr>
        <p:spPr>
          <a:xfrm xmlns:a="http://schemas.openxmlformats.org/drawingml/2006/main">
            <a:off x="1314450" y="29718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B9D4F6"/>
            </a:solidFill>
            <a:prstDash val="solid"/>
          </a:ln>
        </p:spPr>
      </p:sp>
      <p:sp>
        <p:nvSpPr>
          <p:cNvPr id="9" name="">
            <a:extLst xmlns:a="http://schemas.openxmlformats.org/drawingml/2006/main">
              <a:ext uri="{FF2B5EF4-FFF2-40B4-BE49-F238E27FC236}">
                <a16:creationId xmlns:a16="http://schemas.microsoft.com/office/drawing/2014/main" id="{00D0EC9B-0F66-4EA0-A27C-0D7C25223ECD}"/>
              </a:ext>
            </a:extLst>
          </p:cNvPr>
          <p:cNvSpPr>
            <a:spLocks xmlns:a="http://schemas.openxmlformats.org/drawingml/2006/main" noGrp="1"/>
          </p:cNvSpPr>
          <p:nvPr/>
        </p:nvSpPr>
        <p:spPr>
          <a:xfrm xmlns:a="http://schemas.openxmlformats.org/drawingml/2006/main">
            <a:off x="1524000" y="30575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Common tech stack</a:t>
            </a:r>
          </a:p>
        </p:txBody>
      </p:sp>
      <p:sp>
        <p:nvSpPr>
          <p:cNvPr id="10" name="">
            <a:extLst xmlns:a="http://schemas.openxmlformats.org/drawingml/2006/main">
              <a:ext uri="{FF2B5EF4-FFF2-40B4-BE49-F238E27FC236}">
                <a16:creationId xmlns:a16="http://schemas.microsoft.com/office/drawing/2014/main" id="{50CE1827-0D9A-46B8-93FD-254FA8118B0F}"/>
              </a:ext>
            </a:extLst>
          </p:cNvPr>
          <p:cNvSpPr>
            <a:spLocks xmlns:a="http://schemas.openxmlformats.org/drawingml/2006/main" noGrp="1"/>
          </p:cNvSpPr>
          <p:nvPr/>
        </p:nvSpPr>
        <p:spPr>
          <a:xfrm xmlns:a="http://schemas.openxmlformats.org/drawingml/2006/main">
            <a:off x="1314450" y="34671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B9D4F6"/>
            </a:solidFill>
            <a:prstDash val="solid"/>
          </a:ln>
        </p:spPr>
      </p:sp>
      <p:sp>
        <p:nvSpPr>
          <p:cNvPr id="11" name="">
            <a:extLst xmlns:a="http://schemas.openxmlformats.org/drawingml/2006/main">
              <a:ext uri="{FF2B5EF4-FFF2-40B4-BE49-F238E27FC236}">
                <a16:creationId xmlns:a16="http://schemas.microsoft.com/office/drawing/2014/main" id="{CB722BEC-A618-492E-93D9-0403FB4B304E}"/>
              </a:ext>
            </a:extLst>
          </p:cNvPr>
          <p:cNvSpPr>
            <a:spLocks xmlns:a="http://schemas.openxmlformats.org/drawingml/2006/main" noGrp="1"/>
          </p:cNvSpPr>
          <p:nvPr/>
        </p:nvSpPr>
        <p:spPr>
          <a:xfrm xmlns:a="http://schemas.openxmlformats.org/drawingml/2006/main">
            <a:off x="1524000" y="35528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Output format defaults</a:t>
            </a:r>
          </a:p>
        </p:txBody>
      </p:sp>
      <p:sp>
        <p:nvSpPr>
          <p:cNvPr id="12" name="">
            <a:extLst xmlns:a="http://schemas.openxmlformats.org/drawingml/2006/main">
              <a:ext uri="{FF2B5EF4-FFF2-40B4-BE49-F238E27FC236}">
                <a16:creationId xmlns:a16="http://schemas.microsoft.com/office/drawing/2014/main" id="{723D5972-77CB-4265-AF3F-1868F6790711}"/>
              </a:ext>
            </a:extLst>
          </p:cNvPr>
          <p:cNvSpPr>
            <a:spLocks xmlns:a="http://schemas.openxmlformats.org/drawingml/2006/main" noGrp="1"/>
          </p:cNvSpPr>
          <p:nvPr/>
        </p:nvSpPr>
        <p:spPr>
          <a:xfrm xmlns:a="http://schemas.openxmlformats.org/drawingml/2006/main">
            <a:off x="1314450" y="39624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B9D4F6"/>
            </a:solidFill>
            <a:prstDash val="solid"/>
          </a:ln>
        </p:spPr>
      </p:sp>
      <p:sp>
        <p:nvSpPr>
          <p:cNvPr id="13" name="">
            <a:extLst xmlns:a="http://schemas.openxmlformats.org/drawingml/2006/main">
              <a:ext uri="{FF2B5EF4-FFF2-40B4-BE49-F238E27FC236}">
                <a16:creationId xmlns:a16="http://schemas.microsoft.com/office/drawing/2014/main" id="{E594EBFE-0AB5-496B-B587-92D551A9DEC7}"/>
              </a:ext>
            </a:extLst>
          </p:cNvPr>
          <p:cNvSpPr>
            <a:spLocks xmlns:a="http://schemas.openxmlformats.org/drawingml/2006/main" noGrp="1"/>
          </p:cNvSpPr>
          <p:nvPr/>
        </p:nvSpPr>
        <p:spPr>
          <a:xfrm xmlns:a="http://schemas.openxmlformats.org/drawingml/2006/main">
            <a:off x="1524000" y="40481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Personal workflow style</a:t>
            </a:r>
          </a:p>
        </p:txBody>
      </p:sp>
      <p:sp>
        <p:nvSpPr>
          <p:cNvPr id="14" name="">
            <a:extLst xmlns:a="http://schemas.openxmlformats.org/drawingml/2006/main">
              <a:ext uri="{FF2B5EF4-FFF2-40B4-BE49-F238E27FC236}">
                <a16:creationId xmlns:a16="http://schemas.microsoft.com/office/drawing/2014/main" id="{ABD26297-4E4A-4482-81F1-E44D1FB3D91D}"/>
              </a:ext>
            </a:extLst>
          </p:cNvPr>
          <p:cNvSpPr>
            <a:spLocks xmlns:a="http://schemas.openxmlformats.org/drawingml/2006/main" noGrp="1"/>
          </p:cNvSpPr>
          <p:nvPr/>
        </p:nvSpPr>
        <p:spPr>
          <a:xfrm xmlns:a="http://schemas.openxmlformats.org/drawingml/2006/main">
            <a:off x="6629400" y="1638300"/>
            <a:ext cx="4762500" cy="3333750"/>
          </a:xfrm>
          <a:prstGeom xmlns:a="http://schemas.openxmlformats.org/drawingml/2006/main" prst="roundRect">
            <a:avLst>
              <a:gd name="adj" fmla="val 2286"/>
            </a:avLst>
          </a:prstGeom>
          <a:solidFill xmlns:a="http://schemas.openxmlformats.org/drawingml/2006/main">
            <a:srgbClr val="FFF5F5"/>
          </a:solidFill>
          <a:ln xmlns:a="http://schemas.openxmlformats.org/drawingml/2006/main" w="10478">
            <a:solidFill>
              <a:srgbClr val="F0B5B5"/>
            </a:solidFill>
            <a:prstDash val="solid"/>
          </a:ln>
        </p:spPr>
      </p:sp>
      <p:sp>
        <p:nvSpPr>
          <p:cNvPr id="15" name="">
            <a:extLst xmlns:a="http://schemas.openxmlformats.org/drawingml/2006/main">
              <a:ext uri="{FF2B5EF4-FFF2-40B4-BE49-F238E27FC236}">
                <a16:creationId xmlns:a16="http://schemas.microsoft.com/office/drawing/2014/main" id="{EBA6B7F4-306B-4494-ADC1-992E20966E22}"/>
              </a:ext>
            </a:extLst>
          </p:cNvPr>
          <p:cNvSpPr>
            <a:spLocks xmlns:a="http://schemas.openxmlformats.org/drawingml/2006/main" noGrp="1"/>
          </p:cNvSpPr>
          <p:nvPr/>
        </p:nvSpPr>
        <p:spPr>
          <a:xfrm xmlns:a="http://schemas.openxmlformats.org/drawingml/2006/main">
            <a:off x="7296150" y="19431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i="0">
                <a:solidFill>
                  <a:srgbClr val="CC2B2B"/>
                </a:solidFill>
              </a:defRPr>
            </a:pPr>
            <a:r>
              <a:rPr sz="2250" b="1" i="0">
                <a:solidFill>
                  <a:srgbClr val="CC2B2B"/>
                </a:solidFill>
              </a:rPr>
              <a:t>Poor uses</a:t>
            </a:r>
          </a:p>
        </p:txBody>
      </p:sp>
      <p:sp>
        <p:nvSpPr>
          <p:cNvPr id="16" name="">
            <a:extLst xmlns:a="http://schemas.openxmlformats.org/drawingml/2006/main">
              <a:ext uri="{FF2B5EF4-FFF2-40B4-BE49-F238E27FC236}">
                <a16:creationId xmlns:a16="http://schemas.microsoft.com/office/drawing/2014/main" id="{FF37D08D-D6D0-497C-A0D0-032EE2E094E8}"/>
              </a:ext>
            </a:extLst>
          </p:cNvPr>
          <p:cNvSpPr>
            <a:spLocks xmlns:a="http://schemas.openxmlformats.org/drawingml/2006/main" noGrp="1"/>
          </p:cNvSpPr>
          <p:nvPr/>
        </p:nvSpPr>
        <p:spPr>
          <a:xfrm xmlns:a="http://schemas.openxmlformats.org/drawingml/2006/main">
            <a:off x="7143750" y="24765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F0B5B5"/>
            </a:solidFill>
            <a:prstDash val="solid"/>
          </a:ln>
        </p:spPr>
      </p:sp>
      <p:sp>
        <p:nvSpPr>
          <p:cNvPr id="17" name="">
            <a:extLst xmlns:a="http://schemas.openxmlformats.org/drawingml/2006/main">
              <a:ext uri="{FF2B5EF4-FFF2-40B4-BE49-F238E27FC236}">
                <a16:creationId xmlns:a16="http://schemas.microsoft.com/office/drawing/2014/main" id="{E61F52ED-6525-4A26-A01F-0B2C1815D45C}"/>
              </a:ext>
            </a:extLst>
          </p:cNvPr>
          <p:cNvSpPr>
            <a:spLocks xmlns:a="http://schemas.openxmlformats.org/drawingml/2006/main" noGrp="1"/>
          </p:cNvSpPr>
          <p:nvPr/>
        </p:nvSpPr>
        <p:spPr>
          <a:xfrm xmlns:a="http://schemas.openxmlformats.org/drawingml/2006/main">
            <a:off x="7353300" y="25622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Sensitive information</a:t>
            </a:r>
          </a:p>
        </p:txBody>
      </p:sp>
      <p:sp>
        <p:nvSpPr>
          <p:cNvPr id="18" name="">
            <a:extLst xmlns:a="http://schemas.openxmlformats.org/drawingml/2006/main">
              <a:ext uri="{FF2B5EF4-FFF2-40B4-BE49-F238E27FC236}">
                <a16:creationId xmlns:a16="http://schemas.microsoft.com/office/drawing/2014/main" id="{4F940847-CFB8-4DF9-A2D9-655F1D7C5D6D}"/>
              </a:ext>
            </a:extLst>
          </p:cNvPr>
          <p:cNvSpPr>
            <a:spLocks xmlns:a="http://schemas.openxmlformats.org/drawingml/2006/main" noGrp="1"/>
          </p:cNvSpPr>
          <p:nvPr/>
        </p:nvSpPr>
        <p:spPr>
          <a:xfrm xmlns:a="http://schemas.openxmlformats.org/drawingml/2006/main">
            <a:off x="7143750" y="29718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F0B5B5"/>
            </a:solidFill>
            <a:prstDash val="solid"/>
          </a:ln>
        </p:spPr>
      </p:sp>
      <p:sp>
        <p:nvSpPr>
          <p:cNvPr id="19" name="">
            <a:extLst xmlns:a="http://schemas.openxmlformats.org/drawingml/2006/main">
              <a:ext uri="{FF2B5EF4-FFF2-40B4-BE49-F238E27FC236}">
                <a16:creationId xmlns:a16="http://schemas.microsoft.com/office/drawing/2014/main" id="{B63A419D-E283-42F4-A56B-8888458BCF4A}"/>
              </a:ext>
            </a:extLst>
          </p:cNvPr>
          <p:cNvSpPr>
            <a:spLocks xmlns:a="http://schemas.openxmlformats.org/drawingml/2006/main" noGrp="1"/>
          </p:cNvSpPr>
          <p:nvPr/>
        </p:nvSpPr>
        <p:spPr>
          <a:xfrm xmlns:a="http://schemas.openxmlformats.org/drawingml/2006/main">
            <a:off x="7353300" y="30575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One-time task details</a:t>
            </a:r>
          </a:p>
        </p:txBody>
      </p:sp>
      <p:sp>
        <p:nvSpPr>
          <p:cNvPr id="20" name="">
            <a:extLst xmlns:a="http://schemas.openxmlformats.org/drawingml/2006/main">
              <a:ext uri="{FF2B5EF4-FFF2-40B4-BE49-F238E27FC236}">
                <a16:creationId xmlns:a16="http://schemas.microsoft.com/office/drawing/2014/main" id="{2664EA6D-9861-46EE-8E53-553B9EC8525D}"/>
              </a:ext>
            </a:extLst>
          </p:cNvPr>
          <p:cNvSpPr>
            <a:spLocks xmlns:a="http://schemas.openxmlformats.org/drawingml/2006/main" noGrp="1"/>
          </p:cNvSpPr>
          <p:nvPr/>
        </p:nvSpPr>
        <p:spPr>
          <a:xfrm xmlns:a="http://schemas.openxmlformats.org/drawingml/2006/main">
            <a:off x="7143750" y="34671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F0B5B5"/>
            </a:solidFill>
            <a:prstDash val="solid"/>
          </a:ln>
        </p:spPr>
      </p:sp>
      <p:sp>
        <p:nvSpPr>
          <p:cNvPr id="21" name="">
            <a:extLst xmlns:a="http://schemas.openxmlformats.org/drawingml/2006/main">
              <a:ext uri="{FF2B5EF4-FFF2-40B4-BE49-F238E27FC236}">
                <a16:creationId xmlns:a16="http://schemas.microsoft.com/office/drawing/2014/main" id="{4E0871F8-DCFE-4FC6-84F4-4FB2F6837888}"/>
              </a:ext>
            </a:extLst>
          </p:cNvPr>
          <p:cNvSpPr>
            <a:spLocks xmlns:a="http://schemas.openxmlformats.org/drawingml/2006/main" noGrp="1"/>
          </p:cNvSpPr>
          <p:nvPr/>
        </p:nvSpPr>
        <p:spPr>
          <a:xfrm xmlns:a="http://schemas.openxmlformats.org/drawingml/2006/main">
            <a:off x="7353300" y="35528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Fast-changing project state</a:t>
            </a:r>
          </a:p>
        </p:txBody>
      </p:sp>
      <p:sp>
        <p:nvSpPr>
          <p:cNvPr id="22" name="">
            <a:extLst xmlns:a="http://schemas.openxmlformats.org/drawingml/2006/main">
              <a:ext uri="{FF2B5EF4-FFF2-40B4-BE49-F238E27FC236}">
                <a16:creationId xmlns:a16="http://schemas.microsoft.com/office/drawing/2014/main" id="{FA8B97A3-C276-4D74-889B-0737E2C67CF1}"/>
              </a:ext>
            </a:extLst>
          </p:cNvPr>
          <p:cNvSpPr>
            <a:spLocks xmlns:a="http://schemas.openxmlformats.org/drawingml/2006/main" noGrp="1"/>
          </p:cNvSpPr>
          <p:nvPr/>
        </p:nvSpPr>
        <p:spPr>
          <a:xfrm xmlns:a="http://schemas.openxmlformats.org/drawingml/2006/main">
            <a:off x="7143750" y="3962400"/>
            <a:ext cx="3733800" cy="3429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10478">
            <a:solidFill>
              <a:srgbClr val="F0B5B5"/>
            </a:solidFill>
            <a:prstDash val="solid"/>
          </a:ln>
        </p:spPr>
      </p:sp>
      <p:sp>
        <p:nvSpPr>
          <p:cNvPr id="23" name="">
            <a:extLst xmlns:a="http://schemas.openxmlformats.org/drawingml/2006/main">
              <a:ext uri="{FF2B5EF4-FFF2-40B4-BE49-F238E27FC236}">
                <a16:creationId xmlns:a16="http://schemas.microsoft.com/office/drawing/2014/main" id="{120A3499-3DE9-4939-8B31-3749D32E4B17}"/>
              </a:ext>
            </a:extLst>
          </p:cNvPr>
          <p:cNvSpPr>
            <a:spLocks xmlns:a="http://schemas.openxmlformats.org/drawingml/2006/main" noGrp="1"/>
          </p:cNvSpPr>
          <p:nvPr/>
        </p:nvSpPr>
        <p:spPr>
          <a:xfrm xmlns:a="http://schemas.openxmlformats.org/drawingml/2006/main">
            <a:off x="7353300" y="4048125"/>
            <a:ext cx="3314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Large documents</a:t>
            </a:r>
          </a:p>
        </p:txBody>
      </p:sp>
      <p:sp>
        <p:nvSpPr>
          <p:cNvPr id="24" name="">
            <a:extLst xmlns:a="http://schemas.openxmlformats.org/drawingml/2006/main">
              <a:ext uri="{FF2B5EF4-FFF2-40B4-BE49-F238E27FC236}">
                <a16:creationId xmlns:a16="http://schemas.microsoft.com/office/drawing/2014/main" id="{E7B8C885-9211-4122-92CE-2EE03F51918E}"/>
              </a:ext>
            </a:extLst>
          </p:cNvPr>
          <p:cNvSpPr>
            <a:spLocks xmlns:a="http://schemas.openxmlformats.org/drawingml/2006/main" noGrp="1"/>
          </p:cNvSpPr>
          <p:nvPr/>
        </p:nvSpPr>
        <p:spPr>
          <a:xfrm xmlns:a="http://schemas.openxmlformats.org/drawingml/2006/main">
            <a:off x="1657350" y="5581650"/>
            <a:ext cx="8877300" cy="590550"/>
          </a:xfrm>
          <a:prstGeom xmlns:a="http://schemas.openxmlformats.org/drawingml/2006/main" prst="roundRect">
            <a:avLst>
              <a:gd name="adj" fmla="val 12903"/>
            </a:avLst>
          </a:prstGeom>
          <a:solidFill xmlns:a="http://schemas.openxmlformats.org/drawingml/2006/main">
            <a:srgbClr val="FFF7DF"/>
          </a:solidFill>
          <a:ln xmlns:a="http://schemas.openxmlformats.org/drawingml/2006/main" w="10478">
            <a:solidFill>
              <a:srgbClr val="F0D891"/>
            </a:solidFill>
            <a:prstDash val="solid"/>
          </a:ln>
        </p:spPr>
      </p:sp>
      <p:sp>
        <p:nvSpPr>
          <p:cNvPr id="25" name="">
            <a:extLst xmlns:a="http://schemas.openxmlformats.org/drawingml/2006/main">
              <a:ext uri="{FF2B5EF4-FFF2-40B4-BE49-F238E27FC236}">
                <a16:creationId xmlns:a16="http://schemas.microsoft.com/office/drawing/2014/main" id="{DC193D58-B21C-4FB1-AC0A-1D6CCA7E00B6}"/>
              </a:ext>
            </a:extLst>
          </p:cNvPr>
          <p:cNvSpPr>
            <a:spLocks xmlns:a="http://schemas.openxmlformats.org/drawingml/2006/main" noGrp="1"/>
          </p:cNvSpPr>
          <p:nvPr/>
        </p:nvSpPr>
        <p:spPr>
          <a:xfrm xmlns:a="http://schemas.openxmlformats.org/drawingml/2006/main">
            <a:off x="2038350" y="57531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D88A00"/>
                </a:solidFill>
              </a:defRPr>
            </a:pPr>
            <a:r>
              <a:rPr sz="1575" b="1" i="0">
                <a:solidFill>
                  <a:srgbClr val="D88A00"/>
                </a:solidFill>
              </a:rPr>
              <a:t>Rule</a:t>
            </a:r>
          </a:p>
        </p:txBody>
      </p:sp>
      <p:sp>
        <p:nvSpPr>
          <p:cNvPr id="26" name="">
            <a:extLst xmlns:a="http://schemas.openxmlformats.org/drawingml/2006/main">
              <a:ext uri="{FF2B5EF4-FFF2-40B4-BE49-F238E27FC236}">
                <a16:creationId xmlns:a16="http://schemas.microsoft.com/office/drawing/2014/main" id="{D78DB675-3E14-4B89-9F7B-FA70CD09BC54}"/>
              </a:ext>
            </a:extLst>
          </p:cNvPr>
          <p:cNvSpPr>
            <a:spLocks xmlns:a="http://schemas.openxmlformats.org/drawingml/2006/main" noGrp="1"/>
          </p:cNvSpPr>
          <p:nvPr/>
        </p:nvSpPr>
        <p:spPr>
          <a:xfrm xmlns:a="http://schemas.openxmlformats.org/drawingml/2006/main">
            <a:off x="3028950" y="5753100"/>
            <a:ext cx="704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i="0">
                <a:solidFill>
                  <a:srgbClr val="061A45"/>
                </a:solidFill>
              </a:defRPr>
            </a:pPr>
            <a:r>
              <a:rPr sz="1425" b="0" i="0">
                <a:solidFill>
                  <a:srgbClr val="061A45"/>
                </a:solidFill>
              </a:rPr>
              <a:t>If it changes by task, put it in the task. If it is sensitive, do not store it as an instruction.</a:t>
            </a:r>
          </a:p>
        </p:txBody>
      </p:sp>
    </p:spTree>
    <p:extLst>
      <p:ext uri="{BB962C8B-B14F-4D97-AF65-F5344CB8AC3E}">
        <p14:creationId xmlns:p14="http://schemas.microsoft.com/office/powerpoint/2010/main" val="43944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7811F3-C602-4689-983F-413BFC4B8DF9}"/>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A Custom Agent Is a Reusable Work Environment</a:t>
            </a:r>
          </a:p>
        </p:txBody>
      </p:sp>
      <p:sp>
        <p:nvSpPr>
          <p:cNvPr id="2" name="">
            <a:extLst xmlns:a="http://schemas.openxmlformats.org/drawingml/2006/main">
              <a:ext uri="{FF2B5EF4-FFF2-40B4-BE49-F238E27FC236}">
                <a16:creationId xmlns:a16="http://schemas.microsoft.com/office/drawing/2014/main" id="{8B00EEAB-4D6A-4DA0-BD43-F175047A0978}"/>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It packages rules, tools, limits, and quality standards for a task type.</a:t>
            </a:r>
          </a:p>
        </p:txBody>
      </p:sp>
      <p:sp>
        <p:nvSpPr>
          <p:cNvPr id="3" name="">
            <a:extLst xmlns:a="http://schemas.openxmlformats.org/drawingml/2006/main">
              <a:ext uri="{FF2B5EF4-FFF2-40B4-BE49-F238E27FC236}">
                <a16:creationId xmlns:a16="http://schemas.microsoft.com/office/drawing/2014/main" id="{E09E09B6-7D48-4781-B0B4-84FEAF34BE7E}"/>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96E30C66-3ECC-425D-B7E2-E0DF20E68B2F}"/>
              </a:ext>
            </a:extLst>
          </p:cNvPr>
          <p:cNvSpPr>
            <a:spLocks xmlns:a="http://schemas.openxmlformats.org/drawingml/2006/main" noGrp="1"/>
          </p:cNvSpPr>
          <p:nvPr/>
        </p:nvSpPr>
        <p:spPr>
          <a:xfrm xmlns:a="http://schemas.openxmlformats.org/drawingml/2006/main">
            <a:off x="990600" y="1676400"/>
            <a:ext cx="3429000" cy="3714750"/>
          </a:xfrm>
          <a:prstGeom xmlns:a="http://schemas.openxmlformats.org/drawingml/2006/main" prst="roundRect">
            <a:avLst>
              <a:gd name="adj" fmla="val 2222"/>
            </a:avLst>
          </a:prstGeom>
          <a:solidFill xmlns:a="http://schemas.openxmlformats.org/drawingml/2006/main">
            <a:srgbClr val="F8FBFF"/>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411DF1DE-55BB-48B0-9E74-4CCDCCDA90FD}"/>
              </a:ext>
            </a:extLst>
          </p:cNvPr>
          <p:cNvSpPr>
            <a:spLocks xmlns:a="http://schemas.openxmlformats.org/drawingml/2006/main" noGrp="1"/>
          </p:cNvSpPr>
          <p:nvPr/>
        </p:nvSpPr>
        <p:spPr>
          <a:xfrm xmlns:a="http://schemas.openxmlformats.org/drawingml/2006/main">
            <a:off x="1676400" y="2038350"/>
            <a:ext cx="2057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i="0">
                <a:solidFill>
                  <a:srgbClr val="004AAD"/>
                </a:solidFill>
              </a:defRPr>
            </a:pPr>
            <a:r>
              <a:rPr sz="2400" b="1" i="0">
                <a:solidFill>
                  <a:srgbClr val="004AAD"/>
                </a:solidFill>
              </a:rPr>
              <a:t>Prompt</a:t>
            </a:r>
          </a:p>
        </p:txBody>
      </p:sp>
      <p:sp>
        <p:nvSpPr>
          <p:cNvPr id="6" name="">
            <a:extLst xmlns:a="http://schemas.openxmlformats.org/drawingml/2006/main">
              <a:ext uri="{FF2B5EF4-FFF2-40B4-BE49-F238E27FC236}">
                <a16:creationId xmlns:a16="http://schemas.microsoft.com/office/drawing/2014/main" id="{AD565197-D604-4C9B-907E-BB197F7D38A6}"/>
              </a:ext>
            </a:extLst>
          </p:cNvPr>
          <p:cNvSpPr>
            <a:spLocks xmlns:a="http://schemas.openxmlformats.org/drawingml/2006/main" noGrp="1"/>
          </p:cNvSpPr>
          <p:nvPr/>
        </p:nvSpPr>
        <p:spPr>
          <a:xfrm xmlns:a="http://schemas.openxmlformats.org/drawingml/2006/main">
            <a:off x="1428750" y="2724150"/>
            <a:ext cx="2552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0" i="0">
                <a:solidFill>
                  <a:srgbClr val="061A45"/>
                </a:solidFill>
              </a:defRPr>
            </a:pPr>
            <a:r>
              <a:rPr sz="1650" b="0" i="0">
                <a:solidFill>
                  <a:srgbClr val="061A45"/>
                </a:solidFill>
              </a:rPr>
              <a:t>A temporary request written on the current paper.</a:t>
            </a:r>
          </a:p>
        </p:txBody>
      </p:sp>
      <p:sp>
        <p:nvSpPr>
          <p:cNvPr id="7" name="">
            <a:extLst xmlns:a="http://schemas.openxmlformats.org/drawingml/2006/main">
              <a:ext uri="{FF2B5EF4-FFF2-40B4-BE49-F238E27FC236}">
                <a16:creationId xmlns:a16="http://schemas.microsoft.com/office/drawing/2014/main" id="{86531714-3363-455C-9637-BFE127B3297B}"/>
              </a:ext>
            </a:extLst>
          </p:cNvPr>
          <p:cNvSpPr>
            <a:spLocks xmlns:a="http://schemas.openxmlformats.org/drawingml/2006/main" noGrp="1"/>
          </p:cNvSpPr>
          <p:nvPr/>
        </p:nvSpPr>
        <p:spPr>
          <a:xfrm xmlns:a="http://schemas.openxmlformats.org/drawingml/2006/main">
            <a:off x="1543050" y="409575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i="0">
                <a:solidFill>
                  <a:srgbClr val="004AAD"/>
                </a:solidFill>
              </a:defRPr>
            </a:pPr>
            <a:r>
              <a:rPr sz="1500" b="1" i="0">
                <a:solidFill>
                  <a:srgbClr val="004AAD"/>
                </a:solidFill>
              </a:rPr>
              <a:t>Good for one task.</a:t>
            </a:r>
          </a:p>
        </p:txBody>
      </p:sp>
      <p:sp>
        <p:nvSpPr>
          <p:cNvPr id="8" name="">
            <a:extLst xmlns:a="http://schemas.openxmlformats.org/drawingml/2006/main">
              <a:ext uri="{FF2B5EF4-FFF2-40B4-BE49-F238E27FC236}">
                <a16:creationId xmlns:a16="http://schemas.microsoft.com/office/drawing/2014/main" id="{7BBC153C-FCB1-4FE2-9434-48CF549343C0}"/>
              </a:ext>
            </a:extLst>
          </p:cNvPr>
          <p:cNvSpPr>
            <a:spLocks xmlns:a="http://schemas.openxmlformats.org/drawingml/2006/main" noGrp="1"/>
          </p:cNvSpPr>
          <p:nvPr/>
        </p:nvSpPr>
        <p:spPr>
          <a:xfrm xmlns:a="http://schemas.openxmlformats.org/drawingml/2006/main">
            <a:off x="4648200" y="3524250"/>
            <a:ext cx="971550" cy="0"/>
          </a:xfrm>
          <a:prstGeom xmlns:a="http://schemas.openxmlformats.org/drawingml/2006/main" prst="line">
            <a:avLst/>
          </a:prstGeom>
          <a:ln xmlns:a="http://schemas.openxmlformats.org/drawingml/2006/main" w="38100">
            <a:solidFill>
              <a:srgbClr val="004AAD"/>
            </a:solidFill>
            <a:prstDash val="solid"/>
          </a:ln>
        </p:spPr>
      </p:sp>
      <p:sp>
        <p:nvSpPr>
          <p:cNvPr id="9" name="">
            <a:extLst xmlns:a="http://schemas.openxmlformats.org/drawingml/2006/main">
              <a:ext uri="{FF2B5EF4-FFF2-40B4-BE49-F238E27FC236}">
                <a16:creationId xmlns:a16="http://schemas.microsoft.com/office/drawing/2014/main" id="{B82B829C-0A99-4086-B17A-478B922DE1B4}"/>
              </a:ext>
            </a:extLst>
          </p:cNvPr>
          <p:cNvSpPr>
            <a:spLocks xmlns:a="http://schemas.openxmlformats.org/drawingml/2006/main" noGrp="1"/>
          </p:cNvSpPr>
          <p:nvPr/>
        </p:nvSpPr>
        <p:spPr>
          <a:xfrm xmlns:a="http://schemas.openxmlformats.org/drawingml/2006/main">
            <a:off x="5867400" y="1428750"/>
            <a:ext cx="5334000" cy="4229100"/>
          </a:xfrm>
          <a:prstGeom xmlns:a="http://schemas.openxmlformats.org/drawingml/2006/main" prst="roundRect">
            <a:avLst>
              <a:gd name="adj" fmla="val 1802"/>
            </a:avLst>
          </a:prstGeom>
          <a:solidFill xmlns:a="http://schemas.openxmlformats.org/drawingml/2006/main">
            <a:srgbClr val="EEF6FF"/>
          </a:solidFill>
          <a:ln xmlns:a="http://schemas.openxmlformats.org/drawingml/2006/main" w="10478">
            <a:solidFill>
              <a:srgbClr val="138A43"/>
            </a:solidFill>
            <a:prstDash val="solid"/>
          </a:ln>
        </p:spPr>
      </p:sp>
      <p:sp>
        <p:nvSpPr>
          <p:cNvPr id="10" name="">
            <a:extLst xmlns:a="http://schemas.openxmlformats.org/drawingml/2006/main">
              <a:ext uri="{FF2B5EF4-FFF2-40B4-BE49-F238E27FC236}">
                <a16:creationId xmlns:a16="http://schemas.microsoft.com/office/drawing/2014/main" id="{BEAD9BB7-BBDA-4C19-BE31-54FC615B3307}"/>
              </a:ext>
            </a:extLst>
          </p:cNvPr>
          <p:cNvSpPr>
            <a:spLocks xmlns:a="http://schemas.openxmlformats.org/drawingml/2006/main" noGrp="1"/>
          </p:cNvSpPr>
          <p:nvPr/>
        </p:nvSpPr>
        <p:spPr>
          <a:xfrm xmlns:a="http://schemas.openxmlformats.org/drawingml/2006/main">
            <a:off x="6858000" y="1752600"/>
            <a:ext cx="335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i="0">
                <a:solidFill>
                  <a:srgbClr val="138A43"/>
                </a:solidFill>
              </a:defRPr>
            </a:pPr>
            <a:r>
              <a:rPr sz="2550" b="1" i="0">
                <a:solidFill>
                  <a:srgbClr val="138A43"/>
                </a:solidFill>
              </a:rPr>
              <a:t>Custom Agent</a:t>
            </a:r>
          </a:p>
        </p:txBody>
      </p:sp>
      <p:sp>
        <p:nvSpPr>
          <p:cNvPr id="11" name="">
            <a:extLst xmlns:a="http://schemas.openxmlformats.org/drawingml/2006/main">
              <a:ext uri="{FF2B5EF4-FFF2-40B4-BE49-F238E27FC236}">
                <a16:creationId xmlns:a16="http://schemas.microsoft.com/office/drawing/2014/main" id="{83BB0CFC-C78D-4533-B5B8-645096D5BDDD}"/>
              </a:ext>
            </a:extLst>
          </p:cNvPr>
          <p:cNvSpPr>
            <a:spLocks xmlns:a="http://schemas.openxmlformats.org/drawingml/2006/main" noGrp="1"/>
          </p:cNvSpPr>
          <p:nvPr/>
        </p:nvSpPr>
        <p:spPr>
          <a:xfrm xmlns:a="http://schemas.openxmlformats.org/drawingml/2006/main">
            <a:off x="6305550" y="24003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12" name="">
            <a:extLst xmlns:a="http://schemas.openxmlformats.org/drawingml/2006/main">
              <a:ext uri="{FF2B5EF4-FFF2-40B4-BE49-F238E27FC236}">
                <a16:creationId xmlns:a16="http://schemas.microsoft.com/office/drawing/2014/main" id="{35BDD75E-F7E0-4D45-AAE2-AF9F05C806EB}"/>
              </a:ext>
            </a:extLst>
          </p:cNvPr>
          <p:cNvSpPr>
            <a:spLocks xmlns:a="http://schemas.openxmlformats.org/drawingml/2006/main" noGrp="1"/>
          </p:cNvSpPr>
          <p:nvPr/>
        </p:nvSpPr>
        <p:spPr>
          <a:xfrm xmlns:a="http://schemas.openxmlformats.org/drawingml/2006/main">
            <a:off x="6477000" y="24765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Role</a:t>
            </a:r>
          </a:p>
        </p:txBody>
      </p:sp>
      <p:sp>
        <p:nvSpPr>
          <p:cNvPr id="13" name="">
            <a:extLst xmlns:a="http://schemas.openxmlformats.org/drawingml/2006/main">
              <a:ext uri="{FF2B5EF4-FFF2-40B4-BE49-F238E27FC236}">
                <a16:creationId xmlns:a16="http://schemas.microsoft.com/office/drawing/2014/main" id="{80D5A2D2-1D48-486E-96F2-9992576BD0D4}"/>
              </a:ext>
            </a:extLst>
          </p:cNvPr>
          <p:cNvSpPr>
            <a:spLocks xmlns:a="http://schemas.openxmlformats.org/drawingml/2006/main" noGrp="1"/>
          </p:cNvSpPr>
          <p:nvPr/>
        </p:nvSpPr>
        <p:spPr>
          <a:xfrm xmlns:a="http://schemas.openxmlformats.org/drawingml/2006/main">
            <a:off x="6477000" y="26765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what this agent is for</a:t>
            </a:r>
          </a:p>
        </p:txBody>
      </p:sp>
      <p:sp>
        <p:nvSpPr>
          <p:cNvPr id="14" name="">
            <a:extLst xmlns:a="http://schemas.openxmlformats.org/drawingml/2006/main">
              <a:ext uri="{FF2B5EF4-FFF2-40B4-BE49-F238E27FC236}">
                <a16:creationId xmlns:a16="http://schemas.microsoft.com/office/drawing/2014/main" id="{DC4BE908-FA8A-4250-9720-2FA135037789}"/>
              </a:ext>
            </a:extLst>
          </p:cNvPr>
          <p:cNvSpPr>
            <a:spLocks xmlns:a="http://schemas.openxmlformats.org/drawingml/2006/main" noGrp="1"/>
          </p:cNvSpPr>
          <p:nvPr/>
        </p:nvSpPr>
        <p:spPr>
          <a:xfrm xmlns:a="http://schemas.openxmlformats.org/drawingml/2006/main">
            <a:off x="8648700" y="24003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15" name="">
            <a:extLst xmlns:a="http://schemas.openxmlformats.org/drawingml/2006/main">
              <a:ext uri="{FF2B5EF4-FFF2-40B4-BE49-F238E27FC236}">
                <a16:creationId xmlns:a16="http://schemas.microsoft.com/office/drawing/2014/main" id="{793265EE-3108-4BCD-B675-92E90C11CB90}"/>
              </a:ext>
            </a:extLst>
          </p:cNvPr>
          <p:cNvSpPr>
            <a:spLocks xmlns:a="http://schemas.openxmlformats.org/drawingml/2006/main" noGrp="1"/>
          </p:cNvSpPr>
          <p:nvPr/>
        </p:nvSpPr>
        <p:spPr>
          <a:xfrm xmlns:a="http://schemas.openxmlformats.org/drawingml/2006/main">
            <a:off x="8820150" y="24765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Instructions</a:t>
            </a:r>
          </a:p>
        </p:txBody>
      </p:sp>
      <p:sp>
        <p:nvSpPr>
          <p:cNvPr id="16" name="">
            <a:extLst xmlns:a="http://schemas.openxmlformats.org/drawingml/2006/main">
              <a:ext uri="{FF2B5EF4-FFF2-40B4-BE49-F238E27FC236}">
                <a16:creationId xmlns:a16="http://schemas.microsoft.com/office/drawing/2014/main" id="{B326199E-E9B2-49C7-8C8E-8FDBD87D2049}"/>
              </a:ext>
            </a:extLst>
          </p:cNvPr>
          <p:cNvSpPr>
            <a:spLocks xmlns:a="http://schemas.openxmlformats.org/drawingml/2006/main" noGrp="1"/>
          </p:cNvSpPr>
          <p:nvPr/>
        </p:nvSpPr>
        <p:spPr>
          <a:xfrm xmlns:a="http://schemas.openxmlformats.org/drawingml/2006/main">
            <a:off x="8820150" y="26765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standing rules and style</a:t>
            </a:r>
          </a:p>
        </p:txBody>
      </p:sp>
      <p:sp>
        <p:nvSpPr>
          <p:cNvPr id="17" name="">
            <a:extLst xmlns:a="http://schemas.openxmlformats.org/drawingml/2006/main">
              <a:ext uri="{FF2B5EF4-FFF2-40B4-BE49-F238E27FC236}">
                <a16:creationId xmlns:a16="http://schemas.microsoft.com/office/drawing/2014/main" id="{FAAFC4D8-BCBA-41DE-9E0C-4A12D85DA8A3}"/>
              </a:ext>
            </a:extLst>
          </p:cNvPr>
          <p:cNvSpPr>
            <a:spLocks xmlns:a="http://schemas.openxmlformats.org/drawingml/2006/main" noGrp="1"/>
          </p:cNvSpPr>
          <p:nvPr/>
        </p:nvSpPr>
        <p:spPr>
          <a:xfrm xmlns:a="http://schemas.openxmlformats.org/drawingml/2006/main">
            <a:off x="6305550" y="31242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18" name="">
            <a:extLst xmlns:a="http://schemas.openxmlformats.org/drawingml/2006/main">
              <a:ext uri="{FF2B5EF4-FFF2-40B4-BE49-F238E27FC236}">
                <a16:creationId xmlns:a16="http://schemas.microsoft.com/office/drawing/2014/main" id="{5DBD3C46-387A-484A-8ED2-D41EA6540591}"/>
              </a:ext>
            </a:extLst>
          </p:cNvPr>
          <p:cNvSpPr>
            <a:spLocks xmlns:a="http://schemas.openxmlformats.org/drawingml/2006/main" noGrp="1"/>
          </p:cNvSpPr>
          <p:nvPr/>
        </p:nvSpPr>
        <p:spPr>
          <a:xfrm xmlns:a="http://schemas.openxmlformats.org/drawingml/2006/main">
            <a:off x="6477000" y="32004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Tools</a:t>
            </a:r>
          </a:p>
        </p:txBody>
      </p:sp>
      <p:sp>
        <p:nvSpPr>
          <p:cNvPr id="19" name="">
            <a:extLst xmlns:a="http://schemas.openxmlformats.org/drawingml/2006/main">
              <a:ext uri="{FF2B5EF4-FFF2-40B4-BE49-F238E27FC236}">
                <a16:creationId xmlns:a16="http://schemas.microsoft.com/office/drawing/2014/main" id="{139C8CB0-16FC-459F-89F9-9E9C4AF5E2B7}"/>
              </a:ext>
            </a:extLst>
          </p:cNvPr>
          <p:cNvSpPr>
            <a:spLocks xmlns:a="http://schemas.openxmlformats.org/drawingml/2006/main" noGrp="1"/>
          </p:cNvSpPr>
          <p:nvPr/>
        </p:nvSpPr>
        <p:spPr>
          <a:xfrm xmlns:a="http://schemas.openxmlformats.org/drawingml/2006/main">
            <a:off x="6477000" y="34004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what can be called</a:t>
            </a:r>
          </a:p>
        </p:txBody>
      </p:sp>
      <p:sp>
        <p:nvSpPr>
          <p:cNvPr id="20" name="">
            <a:extLst xmlns:a="http://schemas.openxmlformats.org/drawingml/2006/main">
              <a:ext uri="{FF2B5EF4-FFF2-40B4-BE49-F238E27FC236}">
                <a16:creationId xmlns:a16="http://schemas.microsoft.com/office/drawing/2014/main" id="{8800DB1B-74CB-451E-82F8-A4FD0224E836}"/>
              </a:ext>
            </a:extLst>
          </p:cNvPr>
          <p:cNvSpPr>
            <a:spLocks xmlns:a="http://schemas.openxmlformats.org/drawingml/2006/main" noGrp="1"/>
          </p:cNvSpPr>
          <p:nvPr/>
        </p:nvSpPr>
        <p:spPr>
          <a:xfrm xmlns:a="http://schemas.openxmlformats.org/drawingml/2006/main">
            <a:off x="8648700" y="31242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21" name="">
            <a:extLst xmlns:a="http://schemas.openxmlformats.org/drawingml/2006/main">
              <a:ext uri="{FF2B5EF4-FFF2-40B4-BE49-F238E27FC236}">
                <a16:creationId xmlns:a16="http://schemas.microsoft.com/office/drawing/2014/main" id="{AB30452D-104F-4768-AEC1-C2C10F717F4F}"/>
              </a:ext>
            </a:extLst>
          </p:cNvPr>
          <p:cNvSpPr>
            <a:spLocks xmlns:a="http://schemas.openxmlformats.org/drawingml/2006/main" noGrp="1"/>
          </p:cNvSpPr>
          <p:nvPr/>
        </p:nvSpPr>
        <p:spPr>
          <a:xfrm xmlns:a="http://schemas.openxmlformats.org/drawingml/2006/main">
            <a:off x="8820150" y="32004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Permissions</a:t>
            </a:r>
          </a:p>
        </p:txBody>
      </p:sp>
      <p:sp>
        <p:nvSpPr>
          <p:cNvPr id="22" name="">
            <a:extLst xmlns:a="http://schemas.openxmlformats.org/drawingml/2006/main">
              <a:ext uri="{FF2B5EF4-FFF2-40B4-BE49-F238E27FC236}">
                <a16:creationId xmlns:a16="http://schemas.microsoft.com/office/drawing/2014/main" id="{8B30CBF8-5BE5-4548-99BB-565602C0F956}"/>
              </a:ext>
            </a:extLst>
          </p:cNvPr>
          <p:cNvSpPr>
            <a:spLocks xmlns:a="http://schemas.openxmlformats.org/drawingml/2006/main" noGrp="1"/>
          </p:cNvSpPr>
          <p:nvPr/>
        </p:nvSpPr>
        <p:spPr>
          <a:xfrm xmlns:a="http://schemas.openxmlformats.org/drawingml/2006/main">
            <a:off x="8820150" y="34004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what needs approval</a:t>
            </a:r>
          </a:p>
        </p:txBody>
      </p:sp>
      <p:sp>
        <p:nvSpPr>
          <p:cNvPr id="23" name="">
            <a:extLst xmlns:a="http://schemas.openxmlformats.org/drawingml/2006/main">
              <a:ext uri="{FF2B5EF4-FFF2-40B4-BE49-F238E27FC236}">
                <a16:creationId xmlns:a16="http://schemas.microsoft.com/office/drawing/2014/main" id="{6C6C1BBE-0AC8-4CE0-8D2C-56B6B047CC37}"/>
              </a:ext>
            </a:extLst>
          </p:cNvPr>
          <p:cNvSpPr>
            <a:spLocks xmlns:a="http://schemas.openxmlformats.org/drawingml/2006/main" noGrp="1"/>
          </p:cNvSpPr>
          <p:nvPr/>
        </p:nvSpPr>
        <p:spPr>
          <a:xfrm xmlns:a="http://schemas.openxmlformats.org/drawingml/2006/main">
            <a:off x="6305550" y="38481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24" name="">
            <a:extLst xmlns:a="http://schemas.openxmlformats.org/drawingml/2006/main">
              <a:ext uri="{FF2B5EF4-FFF2-40B4-BE49-F238E27FC236}">
                <a16:creationId xmlns:a16="http://schemas.microsoft.com/office/drawing/2014/main" id="{17D1326F-6ECC-4C9F-9D06-20C0C4FCC28A}"/>
              </a:ext>
            </a:extLst>
          </p:cNvPr>
          <p:cNvSpPr>
            <a:spLocks xmlns:a="http://schemas.openxmlformats.org/drawingml/2006/main" noGrp="1"/>
          </p:cNvSpPr>
          <p:nvPr/>
        </p:nvSpPr>
        <p:spPr>
          <a:xfrm xmlns:a="http://schemas.openxmlformats.org/drawingml/2006/main">
            <a:off x="6477000" y="39243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Task boundary</a:t>
            </a:r>
          </a:p>
        </p:txBody>
      </p:sp>
      <p:sp>
        <p:nvSpPr>
          <p:cNvPr id="25" name="">
            <a:extLst xmlns:a="http://schemas.openxmlformats.org/drawingml/2006/main">
              <a:ext uri="{FF2B5EF4-FFF2-40B4-BE49-F238E27FC236}">
                <a16:creationId xmlns:a16="http://schemas.microsoft.com/office/drawing/2014/main" id="{2591D975-3729-4041-9708-A6E2CEB1B05B}"/>
              </a:ext>
            </a:extLst>
          </p:cNvPr>
          <p:cNvSpPr>
            <a:spLocks xmlns:a="http://schemas.openxmlformats.org/drawingml/2006/main" noGrp="1"/>
          </p:cNvSpPr>
          <p:nvPr/>
        </p:nvSpPr>
        <p:spPr>
          <a:xfrm xmlns:a="http://schemas.openxmlformats.org/drawingml/2006/main">
            <a:off x="6477000" y="41243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what it should refuse or stop</a:t>
            </a:r>
          </a:p>
        </p:txBody>
      </p:sp>
      <p:sp>
        <p:nvSpPr>
          <p:cNvPr id="26" name="">
            <a:extLst xmlns:a="http://schemas.openxmlformats.org/drawingml/2006/main">
              <a:ext uri="{FF2B5EF4-FFF2-40B4-BE49-F238E27FC236}">
                <a16:creationId xmlns:a16="http://schemas.microsoft.com/office/drawing/2014/main" id="{1A59A60D-52E2-4429-BE80-34CD7B573F26}"/>
              </a:ext>
            </a:extLst>
          </p:cNvPr>
          <p:cNvSpPr>
            <a:spLocks xmlns:a="http://schemas.openxmlformats.org/drawingml/2006/main" noGrp="1"/>
          </p:cNvSpPr>
          <p:nvPr/>
        </p:nvSpPr>
        <p:spPr>
          <a:xfrm xmlns:a="http://schemas.openxmlformats.org/drawingml/2006/main">
            <a:off x="8648700" y="3848100"/>
            <a:ext cx="2076450" cy="51435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10478">
            <a:solidFill>
              <a:srgbClr val="B8DEC8"/>
            </a:solidFill>
            <a:prstDash val="solid"/>
          </a:ln>
        </p:spPr>
      </p:sp>
      <p:sp>
        <p:nvSpPr>
          <p:cNvPr id="27" name="">
            <a:extLst xmlns:a="http://schemas.openxmlformats.org/drawingml/2006/main">
              <a:ext uri="{FF2B5EF4-FFF2-40B4-BE49-F238E27FC236}">
                <a16:creationId xmlns:a16="http://schemas.microsoft.com/office/drawing/2014/main" id="{56B739DD-383D-490C-AE70-4712BAF0803E}"/>
              </a:ext>
            </a:extLst>
          </p:cNvPr>
          <p:cNvSpPr>
            <a:spLocks xmlns:a="http://schemas.openxmlformats.org/drawingml/2006/main" noGrp="1"/>
          </p:cNvSpPr>
          <p:nvPr/>
        </p:nvSpPr>
        <p:spPr>
          <a:xfrm xmlns:a="http://schemas.openxmlformats.org/drawingml/2006/main">
            <a:off x="8820150" y="3924300"/>
            <a:ext cx="17335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138A43"/>
                </a:solidFill>
              </a:defRPr>
            </a:pPr>
            <a:r>
              <a:rPr sz="1200" b="1" i="0">
                <a:solidFill>
                  <a:srgbClr val="138A43"/>
                </a:solidFill>
              </a:rPr>
              <a:t>Quality standard</a:t>
            </a:r>
          </a:p>
        </p:txBody>
      </p:sp>
      <p:sp>
        <p:nvSpPr>
          <p:cNvPr id="28" name="">
            <a:extLst xmlns:a="http://schemas.openxmlformats.org/drawingml/2006/main">
              <a:ext uri="{FF2B5EF4-FFF2-40B4-BE49-F238E27FC236}">
                <a16:creationId xmlns:a16="http://schemas.microsoft.com/office/drawing/2014/main" id="{3CC58A56-BF93-4FEC-B652-6D18D90D8FCB}"/>
              </a:ext>
            </a:extLst>
          </p:cNvPr>
          <p:cNvSpPr>
            <a:spLocks xmlns:a="http://schemas.openxmlformats.org/drawingml/2006/main" noGrp="1"/>
          </p:cNvSpPr>
          <p:nvPr/>
        </p:nvSpPr>
        <p:spPr>
          <a:xfrm xmlns:a="http://schemas.openxmlformats.org/drawingml/2006/main">
            <a:off x="8820150" y="4124325"/>
            <a:ext cx="17335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975" b="0" i="0">
                <a:solidFill>
                  <a:srgbClr val="061A45"/>
                </a:solidFill>
              </a:defRPr>
            </a:pPr>
            <a:r>
              <a:rPr sz="975" b="0" i="0">
                <a:solidFill>
                  <a:srgbClr val="061A45"/>
                </a:solidFill>
              </a:rPr>
              <a:t>how done is judged</a:t>
            </a:r>
          </a:p>
        </p:txBody>
      </p:sp>
      <p:sp>
        <p:nvSpPr>
          <p:cNvPr id="29" name="">
            <a:extLst xmlns:a="http://schemas.openxmlformats.org/drawingml/2006/main">
              <a:ext uri="{FF2B5EF4-FFF2-40B4-BE49-F238E27FC236}">
                <a16:creationId xmlns:a16="http://schemas.microsoft.com/office/drawing/2014/main" id="{679D34E2-8A6F-4937-BCB0-158BC1D072CE}"/>
              </a:ext>
            </a:extLst>
          </p:cNvPr>
          <p:cNvSpPr>
            <a:spLocks xmlns:a="http://schemas.openxmlformats.org/drawingml/2006/main" noGrp="1"/>
          </p:cNvSpPr>
          <p:nvPr/>
        </p:nvSpPr>
        <p:spPr>
          <a:xfrm xmlns:a="http://schemas.openxmlformats.org/drawingml/2006/main">
            <a:off x="1676400" y="5924550"/>
            <a:ext cx="8839200" cy="400050"/>
          </a:xfrm>
          <a:prstGeom xmlns:a="http://schemas.openxmlformats.org/drawingml/2006/main" prst="roundRect">
            <a:avLst>
              <a:gd name="adj" fmla="val 19048"/>
            </a:avLst>
          </a:prstGeom>
          <a:solidFill xmlns:a="http://schemas.openxmlformats.org/drawingml/2006/main">
            <a:srgbClr val="FFF7DF"/>
          </a:solidFill>
          <a:ln xmlns:a="http://schemas.openxmlformats.org/drawingml/2006/main" w="10478">
            <a:solidFill>
              <a:srgbClr val="F0D891"/>
            </a:solidFill>
            <a:prstDash val="solid"/>
          </a:ln>
        </p:spPr>
      </p:sp>
      <p:sp>
        <p:nvSpPr>
          <p:cNvPr id="30" name="">
            <a:extLst xmlns:a="http://schemas.openxmlformats.org/drawingml/2006/main">
              <a:ext uri="{FF2B5EF4-FFF2-40B4-BE49-F238E27FC236}">
                <a16:creationId xmlns:a16="http://schemas.microsoft.com/office/drawing/2014/main" id="{AA284E11-0B50-4F50-9020-662BB9EF169B}"/>
              </a:ext>
            </a:extLst>
          </p:cNvPr>
          <p:cNvSpPr>
            <a:spLocks xmlns:a="http://schemas.openxmlformats.org/drawingml/2006/main" noGrp="1"/>
          </p:cNvSpPr>
          <p:nvPr/>
        </p:nvSpPr>
        <p:spPr>
          <a:xfrm xmlns:a="http://schemas.openxmlformats.org/drawingml/2006/main">
            <a:off x="2095500" y="6029325"/>
            <a:ext cx="800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i="0">
                <a:solidFill>
                  <a:srgbClr val="061A45"/>
                </a:solidFill>
              </a:defRPr>
            </a:pPr>
            <a:r>
              <a:rPr sz="1275" b="1" i="0">
                <a:solidFill>
                  <a:srgbClr val="061A45"/>
                </a:solidFill>
              </a:rPr>
              <a:t>Lesson boundary: this is one runtime profile, not a Lesson 3 subagent workflow.</a:t>
            </a:r>
          </a:p>
        </p:txBody>
      </p:sp>
    </p:spTree>
    <p:extLst>
      <p:ext uri="{BB962C8B-B14F-4D97-AF65-F5344CB8AC3E}">
        <p14:creationId xmlns:p14="http://schemas.microsoft.com/office/powerpoint/2010/main" val="11368542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D8E0283-5D85-41B1-92AD-5560FC182C36}"/>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A Skill Is a Reusable Manual Loaded When Relevant</a:t>
            </a:r>
          </a:p>
        </p:txBody>
      </p:sp>
      <p:sp>
        <p:nvSpPr>
          <p:cNvPr id="2" name="">
            <a:extLst xmlns:a="http://schemas.openxmlformats.org/drawingml/2006/main">
              <a:ext uri="{FF2B5EF4-FFF2-40B4-BE49-F238E27FC236}">
                <a16:creationId xmlns:a16="http://schemas.microsoft.com/office/drawing/2014/main" id="{6D5B8670-6EA1-4AF7-9F1F-5265BB54C9B1}"/>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It teaches the runtime how to do a repeated task pattern.</a:t>
            </a:r>
          </a:p>
        </p:txBody>
      </p:sp>
      <p:sp>
        <p:nvSpPr>
          <p:cNvPr id="3" name="">
            <a:extLst xmlns:a="http://schemas.openxmlformats.org/drawingml/2006/main">
              <a:ext uri="{FF2B5EF4-FFF2-40B4-BE49-F238E27FC236}">
                <a16:creationId xmlns:a16="http://schemas.microsoft.com/office/drawing/2014/main" id="{9FAF71B1-43A1-49E0-99FC-2F80D7820A68}"/>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0FDE1EB0-0555-471D-BBB5-79D996A7B67F}"/>
              </a:ext>
            </a:extLst>
          </p:cNvPr>
          <p:cNvSpPr>
            <a:spLocks xmlns:a="http://schemas.openxmlformats.org/drawingml/2006/main" noGrp="1"/>
          </p:cNvSpPr>
          <p:nvPr/>
        </p:nvSpPr>
        <p:spPr>
          <a:xfrm xmlns:a="http://schemas.openxmlformats.org/drawingml/2006/main">
            <a:off x="704850" y="1619250"/>
            <a:ext cx="3371850" cy="3524250"/>
          </a:xfrm>
          <a:prstGeom xmlns:a="http://schemas.openxmlformats.org/drawingml/2006/main" prst="roundRect">
            <a:avLst>
              <a:gd name="adj" fmla="val 2260"/>
            </a:avLst>
          </a:prstGeom>
          <a:solidFill xmlns:a="http://schemas.openxmlformats.org/drawingml/2006/main">
            <a:srgbClr val="F8FBFF"/>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FF18FC7D-9035-42CF-807F-F3DFB65DD2B0}"/>
              </a:ext>
            </a:extLst>
          </p:cNvPr>
          <p:cNvSpPr>
            <a:spLocks xmlns:a="http://schemas.openxmlformats.org/drawingml/2006/main" noGrp="1"/>
          </p:cNvSpPr>
          <p:nvPr/>
        </p:nvSpPr>
        <p:spPr>
          <a:xfrm xmlns:a="http://schemas.openxmlformats.org/drawingml/2006/main">
            <a:off x="1181100" y="1962150"/>
            <a:ext cx="2419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4AAD"/>
                </a:solidFill>
              </a:defRPr>
            </a:pPr>
            <a:r>
              <a:rPr sz="2100" b="1" i="0">
                <a:solidFill>
                  <a:srgbClr val="004AAD"/>
                </a:solidFill>
              </a:rPr>
              <a:t>Repeated task</a:t>
            </a:r>
          </a:p>
        </p:txBody>
      </p:sp>
      <p:sp>
        <p:nvSpPr>
          <p:cNvPr id="6" name="">
            <a:extLst xmlns:a="http://schemas.openxmlformats.org/drawingml/2006/main">
              <a:ext uri="{FF2B5EF4-FFF2-40B4-BE49-F238E27FC236}">
                <a16:creationId xmlns:a16="http://schemas.microsoft.com/office/drawing/2014/main" id="{FB67447F-C42A-436B-8A9A-53B4FB8A9732}"/>
              </a:ext>
            </a:extLst>
          </p:cNvPr>
          <p:cNvSpPr>
            <a:spLocks xmlns:a="http://schemas.openxmlformats.org/drawingml/2006/main" noGrp="1"/>
          </p:cNvSpPr>
          <p:nvPr/>
        </p:nvSpPr>
        <p:spPr>
          <a:xfrm xmlns:a="http://schemas.openxmlformats.org/drawingml/2006/main">
            <a:off x="1200150" y="2571750"/>
            <a:ext cx="2381250" cy="32385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0478">
            <a:solidFill>
              <a:srgbClr val="B9D4F6"/>
            </a:solidFill>
            <a:prstDash val="solid"/>
          </a:ln>
        </p:spPr>
      </p:sp>
      <p:sp>
        <p:nvSpPr>
          <p:cNvPr id="7" name="">
            <a:extLst xmlns:a="http://schemas.openxmlformats.org/drawingml/2006/main">
              <a:ext uri="{FF2B5EF4-FFF2-40B4-BE49-F238E27FC236}">
                <a16:creationId xmlns:a16="http://schemas.microsoft.com/office/drawing/2014/main" id="{4A202E61-B54F-44AD-8907-E7BE61BC436B}"/>
              </a:ext>
            </a:extLst>
          </p:cNvPr>
          <p:cNvSpPr>
            <a:spLocks xmlns:a="http://schemas.openxmlformats.org/drawingml/2006/main" noGrp="1"/>
          </p:cNvSpPr>
          <p:nvPr/>
        </p:nvSpPr>
        <p:spPr>
          <a:xfrm xmlns:a="http://schemas.openxmlformats.org/drawingml/2006/main">
            <a:off x="1428750" y="2647950"/>
            <a:ext cx="1924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i="0">
                <a:solidFill>
                  <a:srgbClr val="061A45"/>
                </a:solidFill>
              </a:defRPr>
            </a:pPr>
            <a:r>
              <a:rPr sz="1200" b="0" i="0">
                <a:solidFill>
                  <a:srgbClr val="061A45"/>
                </a:solidFill>
              </a:rPr>
              <a:t>Debug an error</a:t>
            </a:r>
          </a:p>
        </p:txBody>
      </p:sp>
      <p:sp>
        <p:nvSpPr>
          <p:cNvPr id="8" name="">
            <a:extLst xmlns:a="http://schemas.openxmlformats.org/drawingml/2006/main">
              <a:ext uri="{FF2B5EF4-FFF2-40B4-BE49-F238E27FC236}">
                <a16:creationId xmlns:a16="http://schemas.microsoft.com/office/drawing/2014/main" id="{0B18FB38-C5E4-48FB-A8C3-8519302D6534}"/>
              </a:ext>
            </a:extLst>
          </p:cNvPr>
          <p:cNvSpPr>
            <a:spLocks xmlns:a="http://schemas.openxmlformats.org/drawingml/2006/main" noGrp="1"/>
          </p:cNvSpPr>
          <p:nvPr/>
        </p:nvSpPr>
        <p:spPr>
          <a:xfrm xmlns:a="http://schemas.openxmlformats.org/drawingml/2006/main">
            <a:off x="1200150" y="3028950"/>
            <a:ext cx="2381250" cy="32385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0478">
            <a:solidFill>
              <a:srgbClr val="B9D4F6"/>
            </a:solidFill>
            <a:prstDash val="solid"/>
          </a:ln>
        </p:spPr>
      </p:sp>
      <p:sp>
        <p:nvSpPr>
          <p:cNvPr id="9" name="">
            <a:extLst xmlns:a="http://schemas.openxmlformats.org/drawingml/2006/main">
              <a:ext uri="{FF2B5EF4-FFF2-40B4-BE49-F238E27FC236}">
                <a16:creationId xmlns:a16="http://schemas.microsoft.com/office/drawing/2014/main" id="{C4FA1D9F-8756-400C-BB80-E398675EC688}"/>
              </a:ext>
            </a:extLst>
          </p:cNvPr>
          <p:cNvSpPr>
            <a:spLocks xmlns:a="http://schemas.openxmlformats.org/drawingml/2006/main" noGrp="1"/>
          </p:cNvSpPr>
          <p:nvPr/>
        </p:nvSpPr>
        <p:spPr>
          <a:xfrm xmlns:a="http://schemas.openxmlformats.org/drawingml/2006/main">
            <a:off x="1428750" y="3105150"/>
            <a:ext cx="1924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i="0">
                <a:solidFill>
                  <a:srgbClr val="061A45"/>
                </a:solidFill>
              </a:defRPr>
            </a:pPr>
            <a:r>
              <a:rPr sz="1200" b="0" i="0">
                <a:solidFill>
                  <a:srgbClr val="061A45"/>
                </a:solidFill>
              </a:rPr>
              <a:t>Review a PR</a:t>
            </a:r>
          </a:p>
        </p:txBody>
      </p:sp>
      <p:sp>
        <p:nvSpPr>
          <p:cNvPr id="10" name="">
            <a:extLst xmlns:a="http://schemas.openxmlformats.org/drawingml/2006/main">
              <a:ext uri="{FF2B5EF4-FFF2-40B4-BE49-F238E27FC236}">
                <a16:creationId xmlns:a16="http://schemas.microsoft.com/office/drawing/2014/main" id="{3E3023E9-4968-4F36-97CB-6E2DC70206D2}"/>
              </a:ext>
            </a:extLst>
          </p:cNvPr>
          <p:cNvSpPr>
            <a:spLocks xmlns:a="http://schemas.openxmlformats.org/drawingml/2006/main" noGrp="1"/>
          </p:cNvSpPr>
          <p:nvPr/>
        </p:nvSpPr>
        <p:spPr>
          <a:xfrm xmlns:a="http://schemas.openxmlformats.org/drawingml/2006/main">
            <a:off x="1200150" y="3486150"/>
            <a:ext cx="2381250" cy="32385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0478">
            <a:solidFill>
              <a:srgbClr val="B9D4F6"/>
            </a:solidFill>
            <a:prstDash val="solid"/>
          </a:ln>
        </p:spPr>
      </p:sp>
      <p:sp>
        <p:nvSpPr>
          <p:cNvPr id="11" name="">
            <a:extLst xmlns:a="http://schemas.openxmlformats.org/drawingml/2006/main">
              <a:ext uri="{FF2B5EF4-FFF2-40B4-BE49-F238E27FC236}">
                <a16:creationId xmlns:a16="http://schemas.microsoft.com/office/drawing/2014/main" id="{0AE5623C-DACF-4FE4-9213-1FA0FFB40DD7}"/>
              </a:ext>
            </a:extLst>
          </p:cNvPr>
          <p:cNvSpPr>
            <a:spLocks xmlns:a="http://schemas.openxmlformats.org/drawingml/2006/main" noGrp="1"/>
          </p:cNvSpPr>
          <p:nvPr/>
        </p:nvSpPr>
        <p:spPr>
          <a:xfrm xmlns:a="http://schemas.openxmlformats.org/drawingml/2006/main">
            <a:off x="1428750" y="3562350"/>
            <a:ext cx="1924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i="0">
                <a:solidFill>
                  <a:srgbClr val="061A45"/>
                </a:solidFill>
              </a:defRPr>
            </a:pPr>
            <a:r>
              <a:rPr sz="1200" b="0" i="0">
                <a:solidFill>
                  <a:srgbClr val="061A45"/>
                </a:solidFill>
              </a:rPr>
              <a:t>Write tests</a:t>
            </a:r>
          </a:p>
        </p:txBody>
      </p:sp>
      <p:sp>
        <p:nvSpPr>
          <p:cNvPr id="12" name="">
            <a:extLst xmlns:a="http://schemas.openxmlformats.org/drawingml/2006/main">
              <a:ext uri="{FF2B5EF4-FFF2-40B4-BE49-F238E27FC236}">
                <a16:creationId xmlns:a16="http://schemas.microsoft.com/office/drawing/2014/main" id="{7E03418F-AD76-49DF-865A-3A80A7E3BB7B}"/>
              </a:ext>
            </a:extLst>
          </p:cNvPr>
          <p:cNvSpPr>
            <a:spLocks xmlns:a="http://schemas.openxmlformats.org/drawingml/2006/main" noGrp="1"/>
          </p:cNvSpPr>
          <p:nvPr/>
        </p:nvSpPr>
        <p:spPr>
          <a:xfrm xmlns:a="http://schemas.openxmlformats.org/drawingml/2006/main">
            <a:off x="1200150" y="3943350"/>
            <a:ext cx="2381250" cy="323850"/>
          </a:xfrm>
          <a:prstGeom xmlns:a="http://schemas.openxmlformats.org/drawingml/2006/main" prst="roundRect">
            <a:avLst>
              <a:gd name="adj" fmla="val 17647"/>
            </a:avLst>
          </a:prstGeom>
          <a:solidFill xmlns:a="http://schemas.openxmlformats.org/drawingml/2006/main">
            <a:srgbClr val="FFFFFF"/>
          </a:solidFill>
          <a:ln xmlns:a="http://schemas.openxmlformats.org/drawingml/2006/main" w="10478">
            <a:solidFill>
              <a:srgbClr val="B9D4F6"/>
            </a:solidFill>
            <a:prstDash val="solid"/>
          </a:ln>
        </p:spPr>
      </p:sp>
      <p:sp>
        <p:nvSpPr>
          <p:cNvPr id="13" name="">
            <a:extLst xmlns:a="http://schemas.openxmlformats.org/drawingml/2006/main">
              <a:ext uri="{FF2B5EF4-FFF2-40B4-BE49-F238E27FC236}">
                <a16:creationId xmlns:a16="http://schemas.microsoft.com/office/drawing/2014/main" id="{E74DF1B1-ADC2-428E-A402-6AE736D712D0}"/>
              </a:ext>
            </a:extLst>
          </p:cNvPr>
          <p:cNvSpPr>
            <a:spLocks xmlns:a="http://schemas.openxmlformats.org/drawingml/2006/main" noGrp="1"/>
          </p:cNvSpPr>
          <p:nvPr/>
        </p:nvSpPr>
        <p:spPr>
          <a:xfrm xmlns:a="http://schemas.openxmlformats.org/drawingml/2006/main">
            <a:off x="1428750" y="4019550"/>
            <a:ext cx="1924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i="0">
                <a:solidFill>
                  <a:srgbClr val="061A45"/>
                </a:solidFill>
              </a:defRPr>
            </a:pPr>
            <a:r>
              <a:rPr sz="1200" b="0" i="0">
                <a:solidFill>
                  <a:srgbClr val="061A45"/>
                </a:solidFill>
              </a:rPr>
              <a:t>Generate docs</a:t>
            </a:r>
          </a:p>
        </p:txBody>
      </p:sp>
      <p:sp>
        <p:nvSpPr>
          <p:cNvPr id="14" name="">
            <a:extLst xmlns:a="http://schemas.openxmlformats.org/drawingml/2006/main">
              <a:ext uri="{FF2B5EF4-FFF2-40B4-BE49-F238E27FC236}">
                <a16:creationId xmlns:a16="http://schemas.microsoft.com/office/drawing/2014/main" id="{F08A340C-758D-4841-94F6-B8A07B69D231}"/>
              </a:ext>
            </a:extLst>
          </p:cNvPr>
          <p:cNvSpPr>
            <a:spLocks xmlns:a="http://schemas.openxmlformats.org/drawingml/2006/main" noGrp="1"/>
          </p:cNvSpPr>
          <p:nvPr/>
        </p:nvSpPr>
        <p:spPr>
          <a:xfrm xmlns:a="http://schemas.openxmlformats.org/drawingml/2006/main">
            <a:off x="4324350" y="3371850"/>
            <a:ext cx="876300" cy="0"/>
          </a:xfrm>
          <a:prstGeom xmlns:a="http://schemas.openxmlformats.org/drawingml/2006/main" prst="line">
            <a:avLst/>
          </a:prstGeom>
          <a:ln xmlns:a="http://schemas.openxmlformats.org/drawingml/2006/main" w="38100">
            <a:solidFill>
              <a:srgbClr val="004AAD"/>
            </a:solidFill>
            <a:prstDash val="solid"/>
          </a:ln>
        </p:spPr>
      </p:sp>
      <p:sp>
        <p:nvSpPr>
          <p:cNvPr id="15" name="">
            <a:extLst xmlns:a="http://schemas.openxmlformats.org/drawingml/2006/main">
              <a:ext uri="{FF2B5EF4-FFF2-40B4-BE49-F238E27FC236}">
                <a16:creationId xmlns:a16="http://schemas.microsoft.com/office/drawing/2014/main" id="{676B7865-A910-40D3-BDA0-3BB043E4A655}"/>
              </a:ext>
            </a:extLst>
          </p:cNvPr>
          <p:cNvSpPr>
            <a:spLocks xmlns:a="http://schemas.openxmlformats.org/drawingml/2006/main" noGrp="1"/>
          </p:cNvSpPr>
          <p:nvPr/>
        </p:nvSpPr>
        <p:spPr>
          <a:xfrm xmlns:a="http://schemas.openxmlformats.org/drawingml/2006/main">
            <a:off x="5448300" y="1409700"/>
            <a:ext cx="3143250" cy="3943350"/>
          </a:xfrm>
          <a:prstGeom xmlns:a="http://schemas.openxmlformats.org/drawingml/2006/main" prst="roundRect">
            <a:avLst>
              <a:gd name="adj" fmla="val 2424"/>
            </a:avLst>
          </a:prstGeom>
          <a:solidFill xmlns:a="http://schemas.openxmlformats.org/drawingml/2006/main">
            <a:srgbClr val="FFF7DF"/>
          </a:solidFill>
          <a:ln xmlns:a="http://schemas.openxmlformats.org/drawingml/2006/main" w="10478">
            <a:solidFill>
              <a:srgbClr val="F0D891"/>
            </a:solidFill>
            <a:prstDash val="solid"/>
          </a:ln>
        </p:spPr>
      </p:sp>
      <p:sp>
        <p:nvSpPr>
          <p:cNvPr id="16" name="">
            <a:extLst xmlns:a="http://schemas.openxmlformats.org/drawingml/2006/main">
              <a:ext uri="{FF2B5EF4-FFF2-40B4-BE49-F238E27FC236}">
                <a16:creationId xmlns:a16="http://schemas.microsoft.com/office/drawing/2014/main" id="{B649E31C-BD52-43A6-89EE-5B784A3BE51F}"/>
              </a:ext>
            </a:extLst>
          </p:cNvPr>
          <p:cNvSpPr>
            <a:spLocks xmlns:a="http://schemas.openxmlformats.org/drawingml/2006/main" noGrp="1"/>
          </p:cNvSpPr>
          <p:nvPr/>
        </p:nvSpPr>
        <p:spPr>
          <a:xfrm xmlns:a="http://schemas.openxmlformats.org/drawingml/2006/main">
            <a:off x="6000750" y="1752600"/>
            <a:ext cx="2038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550" b="1" i="0">
                <a:solidFill>
                  <a:srgbClr val="D88A00"/>
                </a:solidFill>
              </a:defRPr>
            </a:pPr>
            <a:r>
              <a:rPr sz="2550" b="1" i="0">
                <a:solidFill>
                  <a:srgbClr val="D88A00"/>
                </a:solidFill>
              </a:rPr>
              <a:t>Skill</a:t>
            </a:r>
          </a:p>
        </p:txBody>
      </p:sp>
      <p:sp>
        <p:nvSpPr>
          <p:cNvPr id="17" name="">
            <a:extLst xmlns:a="http://schemas.openxmlformats.org/drawingml/2006/main">
              <a:ext uri="{FF2B5EF4-FFF2-40B4-BE49-F238E27FC236}">
                <a16:creationId xmlns:a16="http://schemas.microsoft.com/office/drawing/2014/main" id="{662E9848-CF25-46B2-B408-1A43946C8591}"/>
              </a:ext>
            </a:extLst>
          </p:cNvPr>
          <p:cNvSpPr>
            <a:spLocks xmlns:a="http://schemas.openxmlformats.org/drawingml/2006/main" noGrp="1"/>
          </p:cNvSpPr>
          <p:nvPr/>
        </p:nvSpPr>
        <p:spPr>
          <a:xfrm xmlns:a="http://schemas.openxmlformats.org/drawingml/2006/main">
            <a:off x="6191250" y="2381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Steps</a:t>
            </a:r>
          </a:p>
        </p:txBody>
      </p:sp>
      <p:sp>
        <p:nvSpPr>
          <p:cNvPr id="18" name="">
            <a:extLst xmlns:a="http://schemas.openxmlformats.org/drawingml/2006/main">
              <a:ext uri="{FF2B5EF4-FFF2-40B4-BE49-F238E27FC236}">
                <a16:creationId xmlns:a16="http://schemas.microsoft.com/office/drawing/2014/main" id="{2CF4AFCA-1F68-40E6-96A3-3F73A47217BF}"/>
              </a:ext>
            </a:extLst>
          </p:cNvPr>
          <p:cNvSpPr>
            <a:spLocks xmlns:a="http://schemas.openxmlformats.org/drawingml/2006/main" noGrp="1"/>
          </p:cNvSpPr>
          <p:nvPr/>
        </p:nvSpPr>
        <p:spPr>
          <a:xfrm xmlns:a="http://schemas.openxmlformats.org/drawingml/2006/main">
            <a:off x="6191250" y="278130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Checklist</a:t>
            </a:r>
          </a:p>
        </p:txBody>
      </p:sp>
      <p:sp>
        <p:nvSpPr>
          <p:cNvPr id="19" name="">
            <a:extLst xmlns:a="http://schemas.openxmlformats.org/drawingml/2006/main">
              <a:ext uri="{FF2B5EF4-FFF2-40B4-BE49-F238E27FC236}">
                <a16:creationId xmlns:a16="http://schemas.microsoft.com/office/drawing/2014/main" id="{DA5CCBB9-7938-4F3B-925F-390BCCF559A7}"/>
              </a:ext>
            </a:extLst>
          </p:cNvPr>
          <p:cNvSpPr>
            <a:spLocks xmlns:a="http://schemas.openxmlformats.org/drawingml/2006/main" noGrp="1"/>
          </p:cNvSpPr>
          <p:nvPr/>
        </p:nvSpPr>
        <p:spPr>
          <a:xfrm xmlns:a="http://schemas.openxmlformats.org/drawingml/2006/main">
            <a:off x="6191250" y="31813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Output template</a:t>
            </a:r>
          </a:p>
        </p:txBody>
      </p:sp>
      <p:sp>
        <p:nvSpPr>
          <p:cNvPr id="20" name="">
            <a:extLst xmlns:a="http://schemas.openxmlformats.org/drawingml/2006/main">
              <a:ext uri="{FF2B5EF4-FFF2-40B4-BE49-F238E27FC236}">
                <a16:creationId xmlns:a16="http://schemas.microsoft.com/office/drawing/2014/main" id="{672CF537-8A8B-4D3C-BD6C-32D4BB577B27}"/>
              </a:ext>
            </a:extLst>
          </p:cNvPr>
          <p:cNvSpPr>
            <a:spLocks xmlns:a="http://schemas.openxmlformats.org/drawingml/2006/main" noGrp="1"/>
          </p:cNvSpPr>
          <p:nvPr/>
        </p:nvSpPr>
        <p:spPr>
          <a:xfrm xmlns:a="http://schemas.openxmlformats.org/drawingml/2006/main">
            <a:off x="6191250" y="358140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Examples</a:t>
            </a:r>
          </a:p>
        </p:txBody>
      </p:sp>
      <p:sp>
        <p:nvSpPr>
          <p:cNvPr id="21" name="">
            <a:extLst xmlns:a="http://schemas.openxmlformats.org/drawingml/2006/main">
              <a:ext uri="{FF2B5EF4-FFF2-40B4-BE49-F238E27FC236}">
                <a16:creationId xmlns:a16="http://schemas.microsoft.com/office/drawing/2014/main" id="{86A36F37-DD79-46E4-9E76-465A4BF14E88}"/>
              </a:ext>
            </a:extLst>
          </p:cNvPr>
          <p:cNvSpPr>
            <a:spLocks xmlns:a="http://schemas.openxmlformats.org/drawingml/2006/main" noGrp="1"/>
          </p:cNvSpPr>
          <p:nvPr/>
        </p:nvSpPr>
        <p:spPr>
          <a:xfrm xmlns:a="http://schemas.openxmlformats.org/drawingml/2006/main">
            <a:off x="6191250" y="39814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Tool guidance</a:t>
            </a:r>
          </a:p>
        </p:txBody>
      </p:sp>
      <p:sp>
        <p:nvSpPr>
          <p:cNvPr id="22" name="">
            <a:extLst xmlns:a="http://schemas.openxmlformats.org/drawingml/2006/main">
              <a:ext uri="{FF2B5EF4-FFF2-40B4-BE49-F238E27FC236}">
                <a16:creationId xmlns:a16="http://schemas.microsoft.com/office/drawing/2014/main" id="{F8CD8904-9D40-4997-A042-96D85ADE4370}"/>
              </a:ext>
            </a:extLst>
          </p:cNvPr>
          <p:cNvSpPr>
            <a:spLocks xmlns:a="http://schemas.openxmlformats.org/drawingml/2006/main" noGrp="1"/>
          </p:cNvSpPr>
          <p:nvPr/>
        </p:nvSpPr>
        <p:spPr>
          <a:xfrm xmlns:a="http://schemas.openxmlformats.org/drawingml/2006/main">
            <a:off x="6191250" y="438150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 Project conventions</a:t>
            </a:r>
          </a:p>
        </p:txBody>
      </p:sp>
      <p:sp>
        <p:nvSpPr>
          <p:cNvPr id="23" name="">
            <a:extLst xmlns:a="http://schemas.openxmlformats.org/drawingml/2006/main">
              <a:ext uri="{FF2B5EF4-FFF2-40B4-BE49-F238E27FC236}">
                <a16:creationId xmlns:a16="http://schemas.microsoft.com/office/drawing/2014/main" id="{19A7EDDB-CF73-4ACB-A0B0-D2ABBBB6D9F0}"/>
              </a:ext>
            </a:extLst>
          </p:cNvPr>
          <p:cNvSpPr>
            <a:spLocks xmlns:a="http://schemas.openxmlformats.org/drawingml/2006/main" noGrp="1"/>
          </p:cNvSpPr>
          <p:nvPr/>
        </p:nvSpPr>
        <p:spPr>
          <a:xfrm xmlns:a="http://schemas.openxmlformats.org/drawingml/2006/main">
            <a:off x="8839200" y="3371850"/>
            <a:ext cx="876300" cy="0"/>
          </a:xfrm>
          <a:prstGeom xmlns:a="http://schemas.openxmlformats.org/drawingml/2006/main" prst="line">
            <a:avLst/>
          </a:prstGeom>
          <a:ln xmlns:a="http://schemas.openxmlformats.org/drawingml/2006/main" w="38100">
            <a:solidFill>
              <a:srgbClr val="004AAD"/>
            </a:solidFill>
            <a:prstDash val="solid"/>
          </a:ln>
        </p:spPr>
      </p:sp>
      <p:sp>
        <p:nvSpPr>
          <p:cNvPr id="24" name="">
            <a:extLst xmlns:a="http://schemas.openxmlformats.org/drawingml/2006/main">
              <a:ext uri="{FF2B5EF4-FFF2-40B4-BE49-F238E27FC236}">
                <a16:creationId xmlns:a16="http://schemas.microsoft.com/office/drawing/2014/main" id="{0795C7D7-BFA2-4227-8895-81C14DF94D4D}"/>
              </a:ext>
            </a:extLst>
          </p:cNvPr>
          <p:cNvSpPr>
            <a:spLocks xmlns:a="http://schemas.openxmlformats.org/drawingml/2006/main" noGrp="1"/>
          </p:cNvSpPr>
          <p:nvPr/>
        </p:nvSpPr>
        <p:spPr>
          <a:xfrm xmlns:a="http://schemas.openxmlformats.org/drawingml/2006/main">
            <a:off x="9963150" y="1619250"/>
            <a:ext cx="1524000" cy="3524250"/>
          </a:xfrm>
          <a:prstGeom xmlns:a="http://schemas.openxmlformats.org/drawingml/2006/main" prst="roundRect">
            <a:avLst>
              <a:gd name="adj" fmla="val 5000"/>
            </a:avLst>
          </a:prstGeom>
          <a:solidFill xmlns:a="http://schemas.openxmlformats.org/drawingml/2006/main">
            <a:srgbClr val="EEF6FF"/>
          </a:solidFill>
          <a:ln xmlns:a="http://schemas.openxmlformats.org/drawingml/2006/main" w="10478">
            <a:solidFill>
              <a:srgbClr val="138A43"/>
            </a:solidFill>
            <a:prstDash val="solid"/>
          </a:ln>
        </p:spPr>
      </p:sp>
      <p:sp>
        <p:nvSpPr>
          <p:cNvPr id="25" name="">
            <a:extLst xmlns:a="http://schemas.openxmlformats.org/drawingml/2006/main">
              <a:ext uri="{FF2B5EF4-FFF2-40B4-BE49-F238E27FC236}">
                <a16:creationId xmlns:a16="http://schemas.microsoft.com/office/drawing/2014/main" id="{3B1A1542-6341-402F-9A03-8B96D1D11140}"/>
              </a:ext>
            </a:extLst>
          </p:cNvPr>
          <p:cNvSpPr>
            <a:spLocks xmlns:a="http://schemas.openxmlformats.org/drawingml/2006/main" noGrp="1"/>
          </p:cNvSpPr>
          <p:nvPr/>
        </p:nvSpPr>
        <p:spPr>
          <a:xfrm xmlns:a="http://schemas.openxmlformats.org/drawingml/2006/main">
            <a:off x="10306050" y="200025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138A43"/>
                </a:solidFill>
              </a:defRPr>
            </a:pPr>
            <a:r>
              <a:rPr sz="2100" b="1" i="0">
                <a:solidFill>
                  <a:srgbClr val="138A43"/>
                </a:solidFill>
              </a:rPr>
              <a:t>Paper</a:t>
            </a:r>
          </a:p>
        </p:txBody>
      </p:sp>
      <p:sp>
        <p:nvSpPr>
          <p:cNvPr id="26" name="">
            <a:extLst xmlns:a="http://schemas.openxmlformats.org/drawingml/2006/main">
              <a:ext uri="{FF2B5EF4-FFF2-40B4-BE49-F238E27FC236}">
                <a16:creationId xmlns:a16="http://schemas.microsoft.com/office/drawing/2014/main" id="{80B79BD0-0027-4910-868C-26BC80152BBA}"/>
              </a:ext>
            </a:extLst>
          </p:cNvPr>
          <p:cNvSpPr>
            <a:spLocks xmlns:a="http://schemas.openxmlformats.org/drawingml/2006/main" noGrp="1"/>
          </p:cNvSpPr>
          <p:nvPr/>
        </p:nvSpPr>
        <p:spPr>
          <a:xfrm xmlns:a="http://schemas.openxmlformats.org/drawingml/2006/main">
            <a:off x="10229850" y="2800350"/>
            <a:ext cx="9906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i="0">
                <a:solidFill>
                  <a:srgbClr val="061A45"/>
                </a:solidFill>
              </a:defRPr>
            </a:pPr>
            <a:r>
              <a:rPr sz="1350" b="0" i="0">
                <a:solidFill>
                  <a:srgbClr val="061A45"/>
                </a:solidFill>
              </a:rPr>
              <a:t>Only the relevant manual should be placed into the current context.</a:t>
            </a:r>
          </a:p>
        </p:txBody>
      </p:sp>
      <p:sp>
        <p:nvSpPr>
          <p:cNvPr id="27" name="">
            <a:extLst xmlns:a="http://schemas.openxmlformats.org/drawingml/2006/main">
              <a:ext uri="{FF2B5EF4-FFF2-40B4-BE49-F238E27FC236}">
                <a16:creationId xmlns:a16="http://schemas.microsoft.com/office/drawing/2014/main" id="{575AB14A-0880-4785-9458-8B7CEC54E290}"/>
              </a:ext>
            </a:extLst>
          </p:cNvPr>
          <p:cNvSpPr>
            <a:spLocks xmlns:a="http://schemas.openxmlformats.org/drawingml/2006/main" noGrp="1"/>
          </p:cNvSpPr>
          <p:nvPr/>
        </p:nvSpPr>
        <p:spPr>
          <a:xfrm xmlns:a="http://schemas.openxmlformats.org/drawingml/2006/main">
            <a:off x="1657350" y="5753100"/>
            <a:ext cx="8877300" cy="476250"/>
          </a:xfrm>
          <a:prstGeom xmlns:a="http://schemas.openxmlformats.org/drawingml/2006/main" prst="roundRect">
            <a:avLst>
              <a:gd name="adj" fmla="val 16000"/>
            </a:avLst>
          </a:prstGeom>
          <a:solidFill xmlns:a="http://schemas.openxmlformats.org/drawingml/2006/main">
            <a:srgbClr val="F8FBFF"/>
          </a:solidFill>
          <a:ln xmlns:a="http://schemas.openxmlformats.org/drawingml/2006/main" w="10478">
            <a:solidFill>
              <a:srgbClr val="004AAD"/>
            </a:solidFill>
            <a:prstDash val="solid"/>
          </a:ln>
        </p:spPr>
      </p:sp>
      <p:sp>
        <p:nvSpPr>
          <p:cNvPr id="28" name="">
            <a:extLst xmlns:a="http://schemas.openxmlformats.org/drawingml/2006/main">
              <a:ext uri="{FF2B5EF4-FFF2-40B4-BE49-F238E27FC236}">
                <a16:creationId xmlns:a16="http://schemas.microsoft.com/office/drawing/2014/main" id="{0201A7E3-99B7-4D6C-A6FF-1F95FE6807EB}"/>
              </a:ext>
            </a:extLst>
          </p:cNvPr>
          <p:cNvSpPr>
            <a:spLocks xmlns:a="http://schemas.openxmlformats.org/drawingml/2006/main" noGrp="1"/>
          </p:cNvSpPr>
          <p:nvPr/>
        </p:nvSpPr>
        <p:spPr>
          <a:xfrm xmlns:a="http://schemas.openxmlformats.org/drawingml/2006/main">
            <a:off x="2000250" y="58864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i="0">
                <a:solidFill>
                  <a:srgbClr val="004AAD"/>
                </a:solidFill>
              </a:defRPr>
            </a:pPr>
            <a:r>
              <a:rPr sz="1425" b="1" i="0">
                <a:solidFill>
                  <a:srgbClr val="004AAD"/>
                </a:solidFill>
              </a:rPr>
              <a:t>Practical point</a:t>
            </a:r>
          </a:p>
        </p:txBody>
      </p:sp>
      <p:sp>
        <p:nvSpPr>
          <p:cNvPr id="29" name="">
            <a:extLst xmlns:a="http://schemas.openxmlformats.org/drawingml/2006/main">
              <a:ext uri="{FF2B5EF4-FFF2-40B4-BE49-F238E27FC236}">
                <a16:creationId xmlns:a16="http://schemas.microsoft.com/office/drawing/2014/main" id="{2000C27F-CAE7-44D8-8978-20A8B4A294AC}"/>
              </a:ext>
            </a:extLst>
          </p:cNvPr>
          <p:cNvSpPr>
            <a:spLocks xmlns:a="http://schemas.openxmlformats.org/drawingml/2006/main" noGrp="1"/>
          </p:cNvSpPr>
          <p:nvPr/>
        </p:nvSpPr>
        <p:spPr>
          <a:xfrm xmlns:a="http://schemas.openxmlformats.org/drawingml/2006/main">
            <a:off x="3905250" y="588645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Skills reduce repeated prompt copying, but always-loaded skills still consume context.</a:t>
            </a:r>
          </a:p>
        </p:txBody>
      </p:sp>
    </p:spTree>
    <p:extLst>
      <p:ext uri="{BB962C8B-B14F-4D97-AF65-F5344CB8AC3E}">
        <p14:creationId xmlns:p14="http://schemas.microsoft.com/office/powerpoint/2010/main" val="13361285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0E1B699-AFF4-4967-9CEE-D60D09B6E2B4}"/>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Tool, Skill, Agent, and Harness Are Different</a:t>
            </a:r>
          </a:p>
        </p:txBody>
      </p:sp>
      <p:sp>
        <p:nvSpPr>
          <p:cNvPr id="2" name="">
            <a:extLst xmlns:a="http://schemas.openxmlformats.org/drawingml/2006/main">
              <a:ext uri="{FF2B5EF4-FFF2-40B4-BE49-F238E27FC236}">
                <a16:creationId xmlns:a16="http://schemas.microsoft.com/office/drawing/2014/main" id="{648D2329-ED00-4182-8B0D-531AFD9DC227}"/>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Use the right word for the right runtime responsibility.</a:t>
            </a:r>
          </a:p>
        </p:txBody>
      </p:sp>
      <p:sp>
        <p:nvSpPr>
          <p:cNvPr id="3" name="">
            <a:extLst xmlns:a="http://schemas.openxmlformats.org/drawingml/2006/main">
              <a:ext uri="{FF2B5EF4-FFF2-40B4-BE49-F238E27FC236}">
                <a16:creationId xmlns:a16="http://schemas.microsoft.com/office/drawing/2014/main" id="{57BAD13C-3F40-4A89-A14B-565149B1AFB9}"/>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2B99210F-855A-4299-B911-20A5BFD92067}"/>
              </a:ext>
            </a:extLst>
          </p:cNvPr>
          <p:cNvSpPr>
            <a:spLocks xmlns:a="http://schemas.openxmlformats.org/drawingml/2006/main" noGrp="1"/>
          </p:cNvSpPr>
          <p:nvPr/>
        </p:nvSpPr>
        <p:spPr>
          <a:xfrm xmlns:a="http://schemas.openxmlformats.org/drawingml/2006/main">
            <a:off x="552450" y="1543050"/>
            <a:ext cx="11087100" cy="438150"/>
          </a:xfrm>
          <a:prstGeom xmlns:a="http://schemas.openxmlformats.org/drawingml/2006/main" prst="roundRect">
            <a:avLst>
              <a:gd name="adj" fmla="val 17391"/>
            </a:avLst>
          </a:prstGeom>
          <a:solidFill xmlns:a="http://schemas.openxmlformats.org/drawingml/2006/main">
            <a:srgbClr val="004AAD"/>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AB81FCAF-1A87-4B3C-918E-F80D8FBD22F4}"/>
              </a:ext>
            </a:extLst>
          </p:cNvPr>
          <p:cNvSpPr>
            <a:spLocks xmlns:a="http://schemas.openxmlformats.org/drawingml/2006/main" noGrp="1"/>
          </p:cNvSpPr>
          <p:nvPr/>
        </p:nvSpPr>
        <p:spPr>
          <a:xfrm xmlns:a="http://schemas.openxmlformats.org/drawingml/2006/main">
            <a:off x="742950" y="1666875"/>
            <a:ext cx="1143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FFFFFF"/>
                </a:solidFill>
              </a:defRPr>
            </a:pPr>
            <a:r>
              <a:rPr sz="1200" b="1" i="0">
                <a:solidFill>
                  <a:srgbClr val="FFFFFF"/>
                </a:solidFill>
              </a:rPr>
              <a:t>Concept</a:t>
            </a:r>
          </a:p>
        </p:txBody>
      </p:sp>
      <p:sp>
        <p:nvSpPr>
          <p:cNvPr id="6" name="">
            <a:extLst xmlns:a="http://schemas.openxmlformats.org/drawingml/2006/main">
              <a:ext uri="{FF2B5EF4-FFF2-40B4-BE49-F238E27FC236}">
                <a16:creationId xmlns:a16="http://schemas.microsoft.com/office/drawing/2014/main" id="{E1582229-F7BF-4B7F-8BF7-7F987EF0A7AB}"/>
              </a:ext>
            </a:extLst>
          </p:cNvPr>
          <p:cNvSpPr>
            <a:spLocks xmlns:a="http://schemas.openxmlformats.org/drawingml/2006/main" noGrp="1"/>
          </p:cNvSpPr>
          <p:nvPr/>
        </p:nvSpPr>
        <p:spPr>
          <a:xfrm xmlns:a="http://schemas.openxmlformats.org/drawingml/2006/main">
            <a:off x="2266950" y="1666875"/>
            <a:ext cx="2209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Essence</a:t>
            </a:r>
          </a:p>
        </p:txBody>
      </p:sp>
      <p:sp>
        <p:nvSpPr>
          <p:cNvPr id="7" name="">
            <a:extLst xmlns:a="http://schemas.openxmlformats.org/drawingml/2006/main">
              <a:ext uri="{FF2B5EF4-FFF2-40B4-BE49-F238E27FC236}">
                <a16:creationId xmlns:a16="http://schemas.microsoft.com/office/drawing/2014/main" id="{DC2C7C6D-5B2A-45D8-B390-E1B6C22C7BE7}"/>
              </a:ext>
            </a:extLst>
          </p:cNvPr>
          <p:cNvSpPr>
            <a:spLocks xmlns:a="http://schemas.openxmlformats.org/drawingml/2006/main" noGrp="1"/>
          </p:cNvSpPr>
          <p:nvPr/>
        </p:nvSpPr>
        <p:spPr>
          <a:xfrm xmlns:a="http://schemas.openxmlformats.org/drawingml/2006/main">
            <a:off x="4933950" y="1666875"/>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Paper Model meaning</a:t>
            </a:r>
          </a:p>
        </p:txBody>
      </p:sp>
      <p:sp>
        <p:nvSpPr>
          <p:cNvPr id="8" name="">
            <a:extLst xmlns:a="http://schemas.openxmlformats.org/drawingml/2006/main">
              <a:ext uri="{FF2B5EF4-FFF2-40B4-BE49-F238E27FC236}">
                <a16:creationId xmlns:a16="http://schemas.microsoft.com/office/drawing/2014/main" id="{81C79BD6-7DF1-4D7C-851F-60FD3CAE6D75}"/>
              </a:ext>
            </a:extLst>
          </p:cNvPr>
          <p:cNvSpPr>
            <a:spLocks xmlns:a="http://schemas.openxmlformats.org/drawingml/2006/main" noGrp="1"/>
          </p:cNvSpPr>
          <p:nvPr/>
        </p:nvSpPr>
        <p:spPr>
          <a:xfrm xmlns:a="http://schemas.openxmlformats.org/drawingml/2006/main">
            <a:off x="8362950" y="1666875"/>
            <a:ext cx="2895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i="0">
                <a:solidFill>
                  <a:srgbClr val="FFFFFF"/>
                </a:solidFill>
              </a:defRPr>
            </a:pPr>
            <a:r>
              <a:rPr sz="1200" b="1" i="0">
                <a:solidFill>
                  <a:srgbClr val="FFFFFF"/>
                </a:solidFill>
              </a:rPr>
              <a:t>Example</a:t>
            </a:r>
          </a:p>
        </p:txBody>
      </p:sp>
      <p:sp>
        <p:nvSpPr>
          <p:cNvPr id="9" name="">
            <a:extLst xmlns:a="http://schemas.openxmlformats.org/drawingml/2006/main">
              <a:ext uri="{FF2B5EF4-FFF2-40B4-BE49-F238E27FC236}">
                <a16:creationId xmlns:a16="http://schemas.microsoft.com/office/drawing/2014/main" id="{EEB3A555-49BF-4BE5-8B05-56425E2EE8CF}"/>
              </a:ext>
            </a:extLst>
          </p:cNvPr>
          <p:cNvSpPr>
            <a:spLocks xmlns:a="http://schemas.openxmlformats.org/drawingml/2006/main" noGrp="1"/>
          </p:cNvSpPr>
          <p:nvPr/>
        </p:nvSpPr>
        <p:spPr>
          <a:xfrm xmlns:a="http://schemas.openxmlformats.org/drawingml/2006/main">
            <a:off x="552450" y="2000250"/>
            <a:ext cx="11087100" cy="723900"/>
          </a:xfrm>
          <a:prstGeom xmlns:a="http://schemas.openxmlformats.org/drawingml/2006/main" prst="roundRect">
            <a:avLst>
              <a:gd name="adj" fmla="val 7895"/>
            </a:avLst>
          </a:prstGeom>
          <a:solidFill xmlns:a="http://schemas.openxmlformats.org/drawingml/2006/main">
            <a:srgbClr val="F8FBFF"/>
          </a:solidFill>
          <a:ln xmlns:a="http://schemas.openxmlformats.org/drawingml/2006/main" w="10478">
            <a:solidFill>
              <a:srgbClr val="B9D4F6"/>
            </a:solidFill>
            <a:prstDash val="solid"/>
          </a:ln>
        </p:spPr>
      </p:sp>
      <p:sp>
        <p:nvSpPr>
          <p:cNvPr id="10" name="">
            <a:extLst xmlns:a="http://schemas.openxmlformats.org/drawingml/2006/main">
              <a:ext uri="{FF2B5EF4-FFF2-40B4-BE49-F238E27FC236}">
                <a16:creationId xmlns:a16="http://schemas.microsoft.com/office/drawing/2014/main" id="{55822A6B-C04E-4431-A047-3D0003F8DD69}"/>
              </a:ext>
            </a:extLst>
          </p:cNvPr>
          <p:cNvSpPr>
            <a:spLocks xmlns:a="http://schemas.openxmlformats.org/drawingml/2006/main" noGrp="1"/>
          </p:cNvSpPr>
          <p:nvPr/>
        </p:nvSpPr>
        <p:spPr>
          <a:xfrm xmlns:a="http://schemas.openxmlformats.org/drawingml/2006/main">
            <a:off x="742950" y="2181225"/>
            <a:ext cx="114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004AAD"/>
                </a:solidFill>
              </a:defRPr>
            </a:pPr>
            <a:r>
              <a:rPr sz="1200" b="1" i="0">
                <a:solidFill>
                  <a:srgbClr val="004AAD"/>
                </a:solidFill>
              </a:rPr>
              <a:t>Tool</a:t>
            </a:r>
          </a:p>
        </p:txBody>
      </p:sp>
      <p:sp>
        <p:nvSpPr>
          <p:cNvPr id="11" name="">
            <a:extLst xmlns:a="http://schemas.openxmlformats.org/drawingml/2006/main">
              <a:ext uri="{FF2B5EF4-FFF2-40B4-BE49-F238E27FC236}">
                <a16:creationId xmlns:a16="http://schemas.microsoft.com/office/drawing/2014/main" id="{9960F495-E7BE-4A77-9F42-689231C6B5BA}"/>
              </a:ext>
            </a:extLst>
          </p:cNvPr>
          <p:cNvSpPr>
            <a:spLocks xmlns:a="http://schemas.openxmlformats.org/drawingml/2006/main" noGrp="1"/>
          </p:cNvSpPr>
          <p:nvPr/>
        </p:nvSpPr>
        <p:spPr>
          <a:xfrm xmlns:a="http://schemas.openxmlformats.org/drawingml/2006/main">
            <a:off x="2266950" y="2181225"/>
            <a:ext cx="2209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External executable capability</a:t>
            </a:r>
          </a:p>
        </p:txBody>
      </p:sp>
      <p:sp>
        <p:nvSpPr>
          <p:cNvPr id="12" name="">
            <a:extLst xmlns:a="http://schemas.openxmlformats.org/drawingml/2006/main">
              <a:ext uri="{FF2B5EF4-FFF2-40B4-BE49-F238E27FC236}">
                <a16:creationId xmlns:a16="http://schemas.microsoft.com/office/drawing/2014/main" id="{50D035CB-2231-4583-98D3-009ED7153F2C}"/>
              </a:ext>
            </a:extLst>
          </p:cNvPr>
          <p:cNvSpPr>
            <a:spLocks xmlns:a="http://schemas.openxmlformats.org/drawingml/2006/main" noGrp="1"/>
          </p:cNvSpPr>
          <p:nvPr/>
        </p:nvSpPr>
        <p:spPr>
          <a:xfrm xmlns:a="http://schemas.openxmlformats.org/drawingml/2006/main">
            <a:off x="4933950" y="218122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Model proposes; runtime executes</a:t>
            </a:r>
          </a:p>
        </p:txBody>
      </p:sp>
      <p:sp>
        <p:nvSpPr>
          <p:cNvPr id="13" name="">
            <a:extLst xmlns:a="http://schemas.openxmlformats.org/drawingml/2006/main">
              <a:ext uri="{FF2B5EF4-FFF2-40B4-BE49-F238E27FC236}">
                <a16:creationId xmlns:a16="http://schemas.microsoft.com/office/drawing/2014/main" id="{5BED0E48-D932-4EE7-AA88-5531D83F068F}"/>
              </a:ext>
            </a:extLst>
          </p:cNvPr>
          <p:cNvSpPr>
            <a:spLocks xmlns:a="http://schemas.openxmlformats.org/drawingml/2006/main" noGrp="1"/>
          </p:cNvSpPr>
          <p:nvPr/>
        </p:nvSpPr>
        <p:spPr>
          <a:xfrm xmlns:a="http://schemas.openxmlformats.org/drawingml/2006/main">
            <a:off x="8362950" y="2181225"/>
            <a:ext cx="2895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read file, weather, run tests</a:t>
            </a:r>
          </a:p>
        </p:txBody>
      </p:sp>
      <p:sp>
        <p:nvSpPr>
          <p:cNvPr id="14" name="">
            <a:extLst xmlns:a="http://schemas.openxmlformats.org/drawingml/2006/main">
              <a:ext uri="{FF2B5EF4-FFF2-40B4-BE49-F238E27FC236}">
                <a16:creationId xmlns:a16="http://schemas.microsoft.com/office/drawing/2014/main" id="{533B7E02-03AF-48F3-B244-49EE9593EC6A}"/>
              </a:ext>
            </a:extLst>
          </p:cNvPr>
          <p:cNvSpPr>
            <a:spLocks xmlns:a="http://schemas.openxmlformats.org/drawingml/2006/main" noGrp="1"/>
          </p:cNvSpPr>
          <p:nvPr/>
        </p:nvSpPr>
        <p:spPr>
          <a:xfrm xmlns:a="http://schemas.openxmlformats.org/drawingml/2006/main">
            <a:off x="552450" y="2819400"/>
            <a:ext cx="11087100" cy="723900"/>
          </a:xfrm>
          <a:prstGeom xmlns:a="http://schemas.openxmlformats.org/drawingml/2006/main" prst="roundRect">
            <a:avLst>
              <a:gd name="adj" fmla="val 7895"/>
            </a:avLst>
          </a:prstGeom>
          <a:solidFill xmlns:a="http://schemas.openxmlformats.org/drawingml/2006/main">
            <a:srgbClr val="EEF6FF"/>
          </a:solidFill>
          <a:ln xmlns:a="http://schemas.openxmlformats.org/drawingml/2006/main" w="10478">
            <a:solidFill>
              <a:srgbClr val="B9D4F6"/>
            </a:solidFill>
            <a:prstDash val="solid"/>
          </a:ln>
        </p:spPr>
      </p:sp>
      <p:sp>
        <p:nvSpPr>
          <p:cNvPr id="15" name="">
            <a:extLst xmlns:a="http://schemas.openxmlformats.org/drawingml/2006/main">
              <a:ext uri="{FF2B5EF4-FFF2-40B4-BE49-F238E27FC236}">
                <a16:creationId xmlns:a16="http://schemas.microsoft.com/office/drawing/2014/main" id="{5C4FEA92-29F4-473D-B2CA-D0FB508D233D}"/>
              </a:ext>
            </a:extLst>
          </p:cNvPr>
          <p:cNvSpPr>
            <a:spLocks xmlns:a="http://schemas.openxmlformats.org/drawingml/2006/main" noGrp="1"/>
          </p:cNvSpPr>
          <p:nvPr/>
        </p:nvSpPr>
        <p:spPr>
          <a:xfrm xmlns:a="http://schemas.openxmlformats.org/drawingml/2006/main">
            <a:off x="742950" y="3000375"/>
            <a:ext cx="114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004AAD"/>
                </a:solidFill>
              </a:defRPr>
            </a:pPr>
            <a:r>
              <a:rPr sz="1200" b="1" i="0">
                <a:solidFill>
                  <a:srgbClr val="004AAD"/>
                </a:solidFill>
              </a:rPr>
              <a:t>Skill</a:t>
            </a:r>
          </a:p>
        </p:txBody>
      </p:sp>
      <p:sp>
        <p:nvSpPr>
          <p:cNvPr id="16" name="">
            <a:extLst xmlns:a="http://schemas.openxmlformats.org/drawingml/2006/main">
              <a:ext uri="{FF2B5EF4-FFF2-40B4-BE49-F238E27FC236}">
                <a16:creationId xmlns:a16="http://schemas.microsoft.com/office/drawing/2014/main" id="{A7FEA373-618D-427B-B126-1F29461A61A6}"/>
              </a:ext>
            </a:extLst>
          </p:cNvPr>
          <p:cNvSpPr>
            <a:spLocks xmlns:a="http://schemas.openxmlformats.org/drawingml/2006/main" noGrp="1"/>
          </p:cNvSpPr>
          <p:nvPr/>
        </p:nvSpPr>
        <p:spPr>
          <a:xfrm xmlns:a="http://schemas.openxmlformats.org/drawingml/2006/main">
            <a:off x="2266950" y="3000375"/>
            <a:ext cx="2209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Reusable work instruction</a:t>
            </a:r>
          </a:p>
        </p:txBody>
      </p:sp>
      <p:sp>
        <p:nvSpPr>
          <p:cNvPr id="17" name="">
            <a:extLst xmlns:a="http://schemas.openxmlformats.org/drawingml/2006/main">
              <a:ext uri="{FF2B5EF4-FFF2-40B4-BE49-F238E27FC236}">
                <a16:creationId xmlns:a16="http://schemas.microsoft.com/office/drawing/2014/main" id="{982860E5-8C91-4C61-AA72-2BF416710F0A}"/>
              </a:ext>
            </a:extLst>
          </p:cNvPr>
          <p:cNvSpPr>
            <a:spLocks xmlns:a="http://schemas.openxmlformats.org/drawingml/2006/main" noGrp="1"/>
          </p:cNvSpPr>
          <p:nvPr/>
        </p:nvSpPr>
        <p:spPr>
          <a:xfrm xmlns:a="http://schemas.openxmlformats.org/drawingml/2006/main">
            <a:off x="4933950" y="300037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Manual placed on paper when relevant</a:t>
            </a:r>
          </a:p>
        </p:txBody>
      </p:sp>
      <p:sp>
        <p:nvSpPr>
          <p:cNvPr id="18" name="">
            <a:extLst xmlns:a="http://schemas.openxmlformats.org/drawingml/2006/main">
              <a:ext uri="{FF2B5EF4-FFF2-40B4-BE49-F238E27FC236}">
                <a16:creationId xmlns:a16="http://schemas.microsoft.com/office/drawing/2014/main" id="{13DBBA09-37C9-4E07-AF6F-471C1737C39C}"/>
              </a:ext>
            </a:extLst>
          </p:cNvPr>
          <p:cNvSpPr>
            <a:spLocks xmlns:a="http://schemas.openxmlformats.org/drawingml/2006/main" noGrp="1"/>
          </p:cNvSpPr>
          <p:nvPr/>
        </p:nvSpPr>
        <p:spPr>
          <a:xfrm xmlns:a="http://schemas.openxmlformats.org/drawingml/2006/main">
            <a:off x="8362950" y="3000375"/>
            <a:ext cx="2895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code review checklist</a:t>
            </a:r>
          </a:p>
        </p:txBody>
      </p:sp>
      <p:sp>
        <p:nvSpPr>
          <p:cNvPr id="19" name="">
            <a:extLst xmlns:a="http://schemas.openxmlformats.org/drawingml/2006/main">
              <a:ext uri="{FF2B5EF4-FFF2-40B4-BE49-F238E27FC236}">
                <a16:creationId xmlns:a16="http://schemas.microsoft.com/office/drawing/2014/main" id="{BE176CB5-65BE-41AF-98A9-73BC5DC31572}"/>
              </a:ext>
            </a:extLst>
          </p:cNvPr>
          <p:cNvSpPr>
            <a:spLocks xmlns:a="http://schemas.openxmlformats.org/drawingml/2006/main" noGrp="1"/>
          </p:cNvSpPr>
          <p:nvPr/>
        </p:nvSpPr>
        <p:spPr>
          <a:xfrm xmlns:a="http://schemas.openxmlformats.org/drawingml/2006/main">
            <a:off x="552450" y="3638550"/>
            <a:ext cx="11087100" cy="723900"/>
          </a:xfrm>
          <a:prstGeom xmlns:a="http://schemas.openxmlformats.org/drawingml/2006/main" prst="roundRect">
            <a:avLst>
              <a:gd name="adj" fmla="val 7895"/>
            </a:avLst>
          </a:prstGeom>
          <a:solidFill xmlns:a="http://schemas.openxmlformats.org/drawingml/2006/main">
            <a:srgbClr val="F8FBFF"/>
          </a:solidFill>
          <a:ln xmlns:a="http://schemas.openxmlformats.org/drawingml/2006/main" w="10478">
            <a:solidFill>
              <a:srgbClr val="B9D4F6"/>
            </a:solidFill>
            <a:prstDash val="solid"/>
          </a:ln>
        </p:spPr>
      </p:sp>
      <p:sp>
        <p:nvSpPr>
          <p:cNvPr id="20" name="">
            <a:extLst xmlns:a="http://schemas.openxmlformats.org/drawingml/2006/main">
              <a:ext uri="{FF2B5EF4-FFF2-40B4-BE49-F238E27FC236}">
                <a16:creationId xmlns:a16="http://schemas.microsoft.com/office/drawing/2014/main" id="{7C680908-5547-4C11-9B64-CC46BFB50D96}"/>
              </a:ext>
            </a:extLst>
          </p:cNvPr>
          <p:cNvSpPr>
            <a:spLocks xmlns:a="http://schemas.openxmlformats.org/drawingml/2006/main" noGrp="1"/>
          </p:cNvSpPr>
          <p:nvPr/>
        </p:nvSpPr>
        <p:spPr>
          <a:xfrm xmlns:a="http://schemas.openxmlformats.org/drawingml/2006/main">
            <a:off x="742950" y="3819525"/>
            <a:ext cx="114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004AAD"/>
                </a:solidFill>
              </a:defRPr>
            </a:pPr>
            <a:r>
              <a:rPr sz="1200" b="1" i="0">
                <a:solidFill>
                  <a:srgbClr val="004AAD"/>
                </a:solidFill>
              </a:rPr>
              <a:t>Agent</a:t>
            </a:r>
          </a:p>
        </p:txBody>
      </p:sp>
      <p:sp>
        <p:nvSpPr>
          <p:cNvPr id="21" name="">
            <a:extLst xmlns:a="http://schemas.openxmlformats.org/drawingml/2006/main">
              <a:ext uri="{FF2B5EF4-FFF2-40B4-BE49-F238E27FC236}">
                <a16:creationId xmlns:a16="http://schemas.microsoft.com/office/drawing/2014/main" id="{82E7FADE-DCC7-4B25-B9CE-F81392F61A9F}"/>
              </a:ext>
            </a:extLst>
          </p:cNvPr>
          <p:cNvSpPr>
            <a:spLocks xmlns:a="http://schemas.openxmlformats.org/drawingml/2006/main" noGrp="1"/>
          </p:cNvSpPr>
          <p:nvPr/>
        </p:nvSpPr>
        <p:spPr>
          <a:xfrm xmlns:a="http://schemas.openxmlformats.org/drawingml/2006/main">
            <a:off x="2266950" y="3819525"/>
            <a:ext cx="2209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Packaged work environment</a:t>
            </a:r>
          </a:p>
        </p:txBody>
      </p:sp>
      <p:sp>
        <p:nvSpPr>
          <p:cNvPr id="22" name="">
            <a:extLst xmlns:a="http://schemas.openxmlformats.org/drawingml/2006/main">
              <a:ext uri="{FF2B5EF4-FFF2-40B4-BE49-F238E27FC236}">
                <a16:creationId xmlns:a16="http://schemas.microsoft.com/office/drawing/2014/main" id="{8CF1953D-7A4A-4A36-A08F-2F2FA54EE6B5}"/>
              </a:ext>
            </a:extLst>
          </p:cNvPr>
          <p:cNvSpPr>
            <a:spLocks xmlns:a="http://schemas.openxmlformats.org/drawingml/2006/main" noGrp="1"/>
          </p:cNvSpPr>
          <p:nvPr/>
        </p:nvSpPr>
        <p:spPr>
          <a:xfrm xmlns:a="http://schemas.openxmlformats.org/drawingml/2006/main">
            <a:off x="4933950" y="381952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Fixed role, tools, limits, standards</a:t>
            </a:r>
          </a:p>
        </p:txBody>
      </p:sp>
      <p:sp>
        <p:nvSpPr>
          <p:cNvPr id="23" name="">
            <a:extLst xmlns:a="http://schemas.openxmlformats.org/drawingml/2006/main">
              <a:ext uri="{FF2B5EF4-FFF2-40B4-BE49-F238E27FC236}">
                <a16:creationId xmlns:a16="http://schemas.microsoft.com/office/drawing/2014/main" id="{E4FEB241-BBB6-4264-BB0B-738EF9E33002}"/>
              </a:ext>
            </a:extLst>
          </p:cNvPr>
          <p:cNvSpPr>
            <a:spLocks xmlns:a="http://schemas.openxmlformats.org/drawingml/2006/main" noGrp="1"/>
          </p:cNvSpPr>
          <p:nvPr/>
        </p:nvSpPr>
        <p:spPr>
          <a:xfrm xmlns:a="http://schemas.openxmlformats.org/drawingml/2006/main">
            <a:off x="8362950" y="3819525"/>
            <a:ext cx="2895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security reviewer</a:t>
            </a:r>
          </a:p>
        </p:txBody>
      </p:sp>
      <p:sp>
        <p:nvSpPr>
          <p:cNvPr id="24" name="">
            <a:extLst xmlns:a="http://schemas.openxmlformats.org/drawingml/2006/main">
              <a:ext uri="{FF2B5EF4-FFF2-40B4-BE49-F238E27FC236}">
                <a16:creationId xmlns:a16="http://schemas.microsoft.com/office/drawing/2014/main" id="{0CD8A993-3DD3-448B-9726-B80009284C6A}"/>
              </a:ext>
            </a:extLst>
          </p:cNvPr>
          <p:cNvSpPr>
            <a:spLocks xmlns:a="http://schemas.openxmlformats.org/drawingml/2006/main" noGrp="1"/>
          </p:cNvSpPr>
          <p:nvPr/>
        </p:nvSpPr>
        <p:spPr>
          <a:xfrm xmlns:a="http://schemas.openxmlformats.org/drawingml/2006/main">
            <a:off x="552450" y="4457700"/>
            <a:ext cx="11087100" cy="723900"/>
          </a:xfrm>
          <a:prstGeom xmlns:a="http://schemas.openxmlformats.org/drawingml/2006/main" prst="roundRect">
            <a:avLst>
              <a:gd name="adj" fmla="val 7895"/>
            </a:avLst>
          </a:prstGeom>
          <a:solidFill xmlns:a="http://schemas.openxmlformats.org/drawingml/2006/main">
            <a:srgbClr val="EEF6FF"/>
          </a:solidFill>
          <a:ln xmlns:a="http://schemas.openxmlformats.org/drawingml/2006/main" w="10478">
            <a:solidFill>
              <a:srgbClr val="B9D4F6"/>
            </a:solidFill>
            <a:prstDash val="solid"/>
          </a:ln>
        </p:spPr>
      </p:sp>
      <p:sp>
        <p:nvSpPr>
          <p:cNvPr id="25" name="">
            <a:extLst xmlns:a="http://schemas.openxmlformats.org/drawingml/2006/main">
              <a:ext uri="{FF2B5EF4-FFF2-40B4-BE49-F238E27FC236}">
                <a16:creationId xmlns:a16="http://schemas.microsoft.com/office/drawing/2014/main" id="{918B96E0-FB88-4D8A-9B45-65343B747DF4}"/>
              </a:ext>
            </a:extLst>
          </p:cNvPr>
          <p:cNvSpPr>
            <a:spLocks xmlns:a="http://schemas.openxmlformats.org/drawingml/2006/main" noGrp="1"/>
          </p:cNvSpPr>
          <p:nvPr/>
        </p:nvSpPr>
        <p:spPr>
          <a:xfrm xmlns:a="http://schemas.openxmlformats.org/drawingml/2006/main">
            <a:off x="742950" y="4638675"/>
            <a:ext cx="114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i="0">
                <a:solidFill>
                  <a:srgbClr val="004AAD"/>
                </a:solidFill>
              </a:defRPr>
            </a:pPr>
            <a:r>
              <a:rPr sz="1200" b="1" i="0">
                <a:solidFill>
                  <a:srgbClr val="004AAD"/>
                </a:solidFill>
              </a:rPr>
              <a:t>Harness</a:t>
            </a:r>
          </a:p>
        </p:txBody>
      </p:sp>
      <p:sp>
        <p:nvSpPr>
          <p:cNvPr id="26" name="">
            <a:extLst xmlns:a="http://schemas.openxmlformats.org/drawingml/2006/main">
              <a:ext uri="{FF2B5EF4-FFF2-40B4-BE49-F238E27FC236}">
                <a16:creationId xmlns:a16="http://schemas.microsoft.com/office/drawing/2014/main" id="{62686A42-6D0D-4A26-BAB3-F3589E6A9CBF}"/>
              </a:ext>
            </a:extLst>
          </p:cNvPr>
          <p:cNvSpPr>
            <a:spLocks xmlns:a="http://schemas.openxmlformats.org/drawingml/2006/main" noGrp="1"/>
          </p:cNvSpPr>
          <p:nvPr/>
        </p:nvSpPr>
        <p:spPr>
          <a:xfrm xmlns:a="http://schemas.openxmlformats.org/drawingml/2006/main">
            <a:off x="2266950" y="4638675"/>
            <a:ext cx="2209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Operating environment</a:t>
            </a:r>
          </a:p>
        </p:txBody>
      </p:sp>
      <p:sp>
        <p:nvSpPr>
          <p:cNvPr id="27" name="">
            <a:extLst xmlns:a="http://schemas.openxmlformats.org/drawingml/2006/main">
              <a:ext uri="{FF2B5EF4-FFF2-40B4-BE49-F238E27FC236}">
                <a16:creationId xmlns:a16="http://schemas.microsoft.com/office/drawing/2014/main" id="{1F2BDFF1-EA07-43E8-BC40-BB13069B07D0}"/>
              </a:ext>
            </a:extLst>
          </p:cNvPr>
          <p:cNvSpPr>
            <a:spLocks xmlns:a="http://schemas.openxmlformats.org/drawingml/2006/main" noGrp="1"/>
          </p:cNvSpPr>
          <p:nvPr/>
        </p:nvSpPr>
        <p:spPr>
          <a:xfrm xmlns:a="http://schemas.openxmlformats.org/drawingml/2006/main">
            <a:off x="4933950" y="463867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Manages paper, execution, results</a:t>
            </a:r>
          </a:p>
        </p:txBody>
      </p:sp>
      <p:sp>
        <p:nvSpPr>
          <p:cNvPr id="28" name="">
            <a:extLst xmlns:a="http://schemas.openxmlformats.org/drawingml/2006/main">
              <a:ext uri="{FF2B5EF4-FFF2-40B4-BE49-F238E27FC236}">
                <a16:creationId xmlns:a16="http://schemas.microsoft.com/office/drawing/2014/main" id="{C7FD8A70-9B2D-4B4F-B634-698C60BBD22D}"/>
              </a:ext>
            </a:extLst>
          </p:cNvPr>
          <p:cNvSpPr>
            <a:spLocks xmlns:a="http://schemas.openxmlformats.org/drawingml/2006/main" noGrp="1"/>
          </p:cNvSpPr>
          <p:nvPr/>
        </p:nvSpPr>
        <p:spPr>
          <a:xfrm xmlns:a="http://schemas.openxmlformats.org/drawingml/2006/main">
            <a:off x="8362950" y="4638675"/>
            <a:ext cx="2895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i="0">
                <a:solidFill>
                  <a:srgbClr val="061A45"/>
                </a:solidFill>
              </a:defRPr>
            </a:pPr>
            <a:r>
              <a:rPr sz="1200" b="0" i="0">
                <a:solidFill>
                  <a:srgbClr val="061A45"/>
                </a:solidFill>
              </a:rPr>
              <a:t>IDE agent runtime</a:t>
            </a:r>
          </a:p>
        </p:txBody>
      </p:sp>
      <p:sp>
        <p:nvSpPr>
          <p:cNvPr id="29" name="">
            <a:extLst xmlns:a="http://schemas.openxmlformats.org/drawingml/2006/main">
              <a:ext uri="{FF2B5EF4-FFF2-40B4-BE49-F238E27FC236}">
                <a16:creationId xmlns:a16="http://schemas.microsoft.com/office/drawing/2014/main" id="{EE8D5D08-523F-461F-B42F-5FBD77B632EF}"/>
              </a:ext>
            </a:extLst>
          </p:cNvPr>
          <p:cNvSpPr>
            <a:spLocks xmlns:a="http://schemas.openxmlformats.org/drawingml/2006/main" noGrp="1"/>
          </p:cNvSpPr>
          <p:nvPr/>
        </p:nvSpPr>
        <p:spPr>
          <a:xfrm xmlns:a="http://schemas.openxmlformats.org/drawingml/2006/main">
            <a:off x="1524000" y="5638800"/>
            <a:ext cx="9144000" cy="552450"/>
          </a:xfrm>
          <a:prstGeom xmlns:a="http://schemas.openxmlformats.org/drawingml/2006/main" prst="roundRect">
            <a:avLst>
              <a:gd name="adj" fmla="val 13793"/>
            </a:avLst>
          </a:prstGeom>
          <a:solidFill xmlns:a="http://schemas.openxmlformats.org/drawingml/2006/main">
            <a:srgbClr val="FFF7DF"/>
          </a:solidFill>
          <a:ln xmlns:a="http://schemas.openxmlformats.org/drawingml/2006/main" w="10478">
            <a:solidFill>
              <a:srgbClr val="F0D891"/>
            </a:solidFill>
            <a:prstDash val="solid"/>
          </a:ln>
        </p:spPr>
      </p:sp>
      <p:sp>
        <p:nvSpPr>
          <p:cNvPr id="30" name="">
            <a:extLst xmlns:a="http://schemas.openxmlformats.org/drawingml/2006/main">
              <a:ext uri="{FF2B5EF4-FFF2-40B4-BE49-F238E27FC236}">
                <a16:creationId xmlns:a16="http://schemas.microsoft.com/office/drawing/2014/main" id="{EC4DD11E-934D-4F8E-88F5-826B8B7913D0}"/>
              </a:ext>
            </a:extLst>
          </p:cNvPr>
          <p:cNvSpPr>
            <a:spLocks xmlns:a="http://schemas.openxmlformats.org/drawingml/2006/main" noGrp="1"/>
          </p:cNvSpPr>
          <p:nvPr/>
        </p:nvSpPr>
        <p:spPr>
          <a:xfrm xmlns:a="http://schemas.openxmlformats.org/drawingml/2006/main">
            <a:off x="1885950" y="58102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i="0">
                <a:solidFill>
                  <a:srgbClr val="D88A00"/>
                </a:solidFill>
              </a:defRPr>
            </a:pPr>
            <a:r>
              <a:rPr sz="1425" b="1" i="0">
                <a:solidFill>
                  <a:srgbClr val="D88A00"/>
                </a:solidFill>
              </a:rPr>
              <a:t>Common mistake</a:t>
            </a:r>
          </a:p>
        </p:txBody>
      </p:sp>
      <p:sp>
        <p:nvSpPr>
          <p:cNvPr id="31" name="">
            <a:extLst xmlns:a="http://schemas.openxmlformats.org/drawingml/2006/main">
              <a:ext uri="{FF2B5EF4-FFF2-40B4-BE49-F238E27FC236}">
                <a16:creationId xmlns:a16="http://schemas.microsoft.com/office/drawing/2014/main" id="{2785DA55-A0D4-44E1-A5F1-3943C88CCE71}"/>
              </a:ext>
            </a:extLst>
          </p:cNvPr>
          <p:cNvSpPr>
            <a:spLocks xmlns:a="http://schemas.openxmlformats.org/drawingml/2006/main" noGrp="1"/>
          </p:cNvSpPr>
          <p:nvPr/>
        </p:nvSpPr>
        <p:spPr>
          <a:xfrm xmlns:a="http://schemas.openxmlformats.org/drawingml/2006/main">
            <a:off x="3886200" y="5810250"/>
            <a:ext cx="638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061A45"/>
                </a:solidFill>
              </a:defRPr>
            </a:pPr>
            <a:r>
              <a:rPr sz="1350" b="0" i="0">
                <a:solidFill>
                  <a:srgbClr val="061A45"/>
                </a:solidFill>
              </a:rPr>
              <a:t>Calling every AI product feature an agent hides the actual engineering boundary.</a:t>
            </a:r>
          </a:p>
        </p:txBody>
      </p:sp>
    </p:spTree>
    <p:extLst>
      <p:ext uri="{BB962C8B-B14F-4D97-AF65-F5344CB8AC3E}">
        <p14:creationId xmlns:p14="http://schemas.microsoft.com/office/powerpoint/2010/main" val="16875957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5212E00-8DE3-4144-8375-69AA084E0AAB}"/>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Tool Calls Are Proposed by the Model and Executed Outside It</a:t>
            </a:r>
          </a:p>
        </p:txBody>
      </p:sp>
      <p:sp>
        <p:nvSpPr>
          <p:cNvPr id="2" name="">
            <a:extLst xmlns:a="http://schemas.openxmlformats.org/drawingml/2006/main">
              <a:ext uri="{FF2B5EF4-FFF2-40B4-BE49-F238E27FC236}">
                <a16:creationId xmlns:a16="http://schemas.microsoft.com/office/drawing/2014/main" id="{B8CC6E23-6075-48D1-9E53-3E55C5979D57}"/>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Schema shapes the request; permission and policy decide whether it may run.</a:t>
            </a:r>
          </a:p>
        </p:txBody>
      </p:sp>
      <p:sp>
        <p:nvSpPr>
          <p:cNvPr id="3" name="">
            <a:extLst xmlns:a="http://schemas.openxmlformats.org/drawingml/2006/main">
              <a:ext uri="{FF2B5EF4-FFF2-40B4-BE49-F238E27FC236}">
                <a16:creationId xmlns:a16="http://schemas.microsoft.com/office/drawing/2014/main" id="{C13AB4C2-EC4A-4E96-B830-CDA16B10768B}"/>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3FEDF7C2-4C9E-47AA-A20E-8229A40048F1}"/>
              </a:ext>
            </a:extLst>
          </p:cNvPr>
          <p:cNvSpPr>
            <a:spLocks xmlns:a="http://schemas.openxmlformats.org/drawingml/2006/main" noGrp="1"/>
          </p:cNvSpPr>
          <p:nvPr/>
        </p:nvSpPr>
        <p:spPr>
          <a:xfrm xmlns:a="http://schemas.openxmlformats.org/drawingml/2006/main">
            <a:off x="552450" y="1809750"/>
            <a:ext cx="1524000" cy="1428750"/>
          </a:xfrm>
          <a:prstGeom xmlns:a="http://schemas.openxmlformats.org/drawingml/2006/main" prst="roundRect">
            <a:avLst>
              <a:gd name="adj" fmla="val 5333"/>
            </a:avLst>
          </a:prstGeom>
          <a:solidFill xmlns:a="http://schemas.openxmlformats.org/drawingml/2006/main">
            <a:srgbClr val="F8FBFF"/>
          </a:solidFill>
          <a:ln xmlns:a="http://schemas.openxmlformats.org/drawingml/2006/main" w="10478">
            <a:solidFill>
              <a:srgbClr val="004AAD"/>
            </a:solidFill>
            <a:prstDash val="solid"/>
          </a:ln>
        </p:spPr>
      </p:sp>
      <p:sp>
        <p:nvSpPr>
          <p:cNvPr id="5" name="">
            <a:extLst xmlns:a="http://schemas.openxmlformats.org/drawingml/2006/main">
              <a:ext uri="{FF2B5EF4-FFF2-40B4-BE49-F238E27FC236}">
                <a16:creationId xmlns:a16="http://schemas.microsoft.com/office/drawing/2014/main" id="{339BCD58-FCCF-469D-844A-337C3B704027}"/>
              </a:ext>
            </a:extLst>
          </p:cNvPr>
          <p:cNvSpPr>
            <a:spLocks xmlns:a="http://schemas.openxmlformats.org/drawingml/2006/main" noGrp="1"/>
          </p:cNvSpPr>
          <p:nvPr/>
        </p:nvSpPr>
        <p:spPr>
          <a:xfrm xmlns:a="http://schemas.openxmlformats.org/drawingml/2006/main">
            <a:off x="1114425" y="201930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6" name="">
            <a:extLst xmlns:a="http://schemas.openxmlformats.org/drawingml/2006/main">
              <a:ext uri="{FF2B5EF4-FFF2-40B4-BE49-F238E27FC236}">
                <a16:creationId xmlns:a16="http://schemas.microsoft.com/office/drawing/2014/main" id="{4B936DD8-F671-462F-B25B-CAB1A057951A}"/>
              </a:ext>
            </a:extLst>
          </p:cNvPr>
          <p:cNvSpPr>
            <a:spLocks xmlns:a="http://schemas.openxmlformats.org/drawingml/2006/main" noGrp="1"/>
          </p:cNvSpPr>
          <p:nvPr/>
        </p:nvSpPr>
        <p:spPr>
          <a:xfrm xmlns:a="http://schemas.openxmlformats.org/drawingml/2006/main">
            <a:off x="122872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1</a:t>
            </a:r>
          </a:p>
        </p:txBody>
      </p:sp>
      <p:sp>
        <p:nvSpPr>
          <p:cNvPr id="7" name="">
            <a:extLst xmlns:a="http://schemas.openxmlformats.org/drawingml/2006/main">
              <a:ext uri="{FF2B5EF4-FFF2-40B4-BE49-F238E27FC236}">
                <a16:creationId xmlns:a16="http://schemas.microsoft.com/office/drawing/2014/main" id="{30267DAA-EC8D-46C4-9EE8-FD0855E44BE5}"/>
              </a:ext>
            </a:extLst>
          </p:cNvPr>
          <p:cNvSpPr>
            <a:spLocks xmlns:a="http://schemas.openxmlformats.org/drawingml/2006/main" noGrp="1"/>
          </p:cNvSpPr>
          <p:nvPr/>
        </p:nvSpPr>
        <p:spPr>
          <a:xfrm xmlns:a="http://schemas.openxmlformats.org/drawingml/2006/main">
            <a:off x="72390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004AAD"/>
                </a:solidFill>
              </a:defRPr>
            </a:pPr>
            <a:r>
              <a:rPr sz="1425" b="1" i="0">
                <a:solidFill>
                  <a:srgbClr val="004AAD"/>
                </a:solidFill>
              </a:rPr>
              <a:t>Proposed</a:t>
            </a:r>
          </a:p>
        </p:txBody>
      </p:sp>
      <p:sp>
        <p:nvSpPr>
          <p:cNvPr id="8" name="">
            <a:extLst xmlns:a="http://schemas.openxmlformats.org/drawingml/2006/main">
              <a:ext uri="{FF2B5EF4-FFF2-40B4-BE49-F238E27FC236}">
                <a16:creationId xmlns:a16="http://schemas.microsoft.com/office/drawing/2014/main" id="{2EBA65E8-F07D-4F8E-99C3-F75517609C6D}"/>
              </a:ext>
            </a:extLst>
          </p:cNvPr>
          <p:cNvSpPr>
            <a:spLocks xmlns:a="http://schemas.openxmlformats.org/drawingml/2006/main" noGrp="1"/>
          </p:cNvSpPr>
          <p:nvPr/>
        </p:nvSpPr>
        <p:spPr>
          <a:xfrm xmlns:a="http://schemas.openxmlformats.org/drawingml/2006/main">
            <a:off x="74295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model writes</a:t>
            </a:r>
          </a:p>
          <a:p xmlns:a="http://schemas.openxmlformats.org/drawingml/2006/main">
            <a:pPr algn="ctr">
              <a:defRPr sz="1050" b="0" i="0">
                <a:solidFill>
                  <a:srgbClr val="061A45"/>
                </a:solidFill>
              </a:defRPr>
            </a:pPr>
            <a:r>
              <a:rPr sz="1050" b="0" i="0">
                <a:solidFill>
                  <a:srgbClr val="061A45"/>
                </a:solidFill>
              </a:rPr>
              <a:t>structured request</a:t>
            </a:r>
          </a:p>
        </p:txBody>
      </p:sp>
      <p:sp>
        <p:nvSpPr>
          <p:cNvPr id="9" name="">
            <a:extLst xmlns:a="http://schemas.openxmlformats.org/drawingml/2006/main">
              <a:ext uri="{FF2B5EF4-FFF2-40B4-BE49-F238E27FC236}">
                <a16:creationId xmlns:a16="http://schemas.microsoft.com/office/drawing/2014/main" id="{742238C7-FFAD-402E-AB3F-0AAE00ADB447}"/>
              </a:ext>
            </a:extLst>
          </p:cNvPr>
          <p:cNvSpPr>
            <a:spLocks xmlns:a="http://schemas.openxmlformats.org/drawingml/2006/main" noGrp="1"/>
          </p:cNvSpPr>
          <p:nvPr/>
        </p:nvSpPr>
        <p:spPr>
          <a:xfrm xmlns:a="http://schemas.openxmlformats.org/drawingml/2006/main">
            <a:off x="2133600" y="2524125"/>
            <a:ext cx="285750" cy="0"/>
          </a:xfrm>
          <a:prstGeom xmlns:a="http://schemas.openxmlformats.org/drawingml/2006/main" prst="line">
            <a:avLst/>
          </a:prstGeom>
          <a:ln xmlns:a="http://schemas.openxmlformats.org/drawingml/2006/main" w="19050">
            <a:solidFill>
              <a:srgbClr val="004AAD"/>
            </a:solidFill>
            <a:prstDash val="solid"/>
          </a:ln>
        </p:spPr>
      </p:sp>
      <p:sp>
        <p:nvSpPr>
          <p:cNvPr id="10" name="">
            <a:extLst xmlns:a="http://schemas.openxmlformats.org/drawingml/2006/main">
              <a:ext uri="{FF2B5EF4-FFF2-40B4-BE49-F238E27FC236}">
                <a16:creationId xmlns:a16="http://schemas.microsoft.com/office/drawing/2014/main" id="{45D1F57B-13DE-4531-88B9-D4303F380B0F}"/>
              </a:ext>
            </a:extLst>
          </p:cNvPr>
          <p:cNvSpPr>
            <a:spLocks xmlns:a="http://schemas.openxmlformats.org/drawingml/2006/main" noGrp="1"/>
          </p:cNvSpPr>
          <p:nvPr/>
        </p:nvSpPr>
        <p:spPr>
          <a:xfrm xmlns:a="http://schemas.openxmlformats.org/drawingml/2006/main">
            <a:off x="2476500" y="1809750"/>
            <a:ext cx="1524000" cy="1428750"/>
          </a:xfrm>
          <a:prstGeom xmlns:a="http://schemas.openxmlformats.org/drawingml/2006/main" prst="roundRect">
            <a:avLst>
              <a:gd name="adj" fmla="val 5333"/>
            </a:avLst>
          </a:prstGeom>
          <a:solidFill xmlns:a="http://schemas.openxmlformats.org/drawingml/2006/main">
            <a:srgbClr val="EEF6FF"/>
          </a:solidFill>
          <a:ln xmlns:a="http://schemas.openxmlformats.org/drawingml/2006/main" w="10478">
            <a:solidFill>
              <a:srgbClr val="138A43"/>
            </a:solidFill>
            <a:prstDash val="solid"/>
          </a:ln>
        </p:spPr>
      </p:sp>
      <p:sp>
        <p:nvSpPr>
          <p:cNvPr id="11" name="">
            <a:extLst xmlns:a="http://schemas.openxmlformats.org/drawingml/2006/main">
              <a:ext uri="{FF2B5EF4-FFF2-40B4-BE49-F238E27FC236}">
                <a16:creationId xmlns:a16="http://schemas.microsoft.com/office/drawing/2014/main" id="{AC72BD61-7404-4AB9-9ED5-82EE2721CAF4}"/>
              </a:ext>
            </a:extLst>
          </p:cNvPr>
          <p:cNvSpPr>
            <a:spLocks xmlns:a="http://schemas.openxmlformats.org/drawingml/2006/main" noGrp="1"/>
          </p:cNvSpPr>
          <p:nvPr/>
        </p:nvSpPr>
        <p:spPr>
          <a:xfrm xmlns:a="http://schemas.openxmlformats.org/drawingml/2006/main">
            <a:off x="3038475" y="201930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12" name="">
            <a:extLst xmlns:a="http://schemas.openxmlformats.org/drawingml/2006/main">
              <a:ext uri="{FF2B5EF4-FFF2-40B4-BE49-F238E27FC236}">
                <a16:creationId xmlns:a16="http://schemas.microsoft.com/office/drawing/2014/main" id="{BEFAAC7D-40B2-45C7-86A7-BD72418C7014}"/>
              </a:ext>
            </a:extLst>
          </p:cNvPr>
          <p:cNvSpPr>
            <a:spLocks xmlns:a="http://schemas.openxmlformats.org/drawingml/2006/main" noGrp="1"/>
          </p:cNvSpPr>
          <p:nvPr/>
        </p:nvSpPr>
        <p:spPr>
          <a:xfrm xmlns:a="http://schemas.openxmlformats.org/drawingml/2006/main">
            <a:off x="315277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2</a:t>
            </a:r>
          </a:p>
        </p:txBody>
      </p:sp>
      <p:sp>
        <p:nvSpPr>
          <p:cNvPr id="13" name="">
            <a:extLst xmlns:a="http://schemas.openxmlformats.org/drawingml/2006/main">
              <a:ext uri="{FF2B5EF4-FFF2-40B4-BE49-F238E27FC236}">
                <a16:creationId xmlns:a16="http://schemas.microsoft.com/office/drawing/2014/main" id="{39FF1A3D-D235-427B-8D65-EB7028EC3A31}"/>
              </a:ext>
            </a:extLst>
          </p:cNvPr>
          <p:cNvSpPr>
            <a:spLocks xmlns:a="http://schemas.openxmlformats.org/drawingml/2006/main" noGrp="1"/>
          </p:cNvSpPr>
          <p:nvPr/>
        </p:nvSpPr>
        <p:spPr>
          <a:xfrm xmlns:a="http://schemas.openxmlformats.org/drawingml/2006/main">
            <a:off x="264795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138A43"/>
                </a:solidFill>
              </a:defRPr>
            </a:pPr>
            <a:r>
              <a:rPr sz="1425" b="1" i="0">
                <a:solidFill>
                  <a:srgbClr val="138A43"/>
                </a:solidFill>
              </a:rPr>
              <a:t>Parsed</a:t>
            </a:r>
          </a:p>
        </p:txBody>
      </p:sp>
      <p:sp>
        <p:nvSpPr>
          <p:cNvPr id="14" name="">
            <a:extLst xmlns:a="http://schemas.openxmlformats.org/drawingml/2006/main">
              <a:ext uri="{FF2B5EF4-FFF2-40B4-BE49-F238E27FC236}">
                <a16:creationId xmlns:a16="http://schemas.microsoft.com/office/drawing/2014/main" id="{7B886CE1-687A-4FEA-AFEE-CC9B864A298A}"/>
              </a:ext>
            </a:extLst>
          </p:cNvPr>
          <p:cNvSpPr>
            <a:spLocks xmlns:a="http://schemas.openxmlformats.org/drawingml/2006/main" noGrp="1"/>
          </p:cNvSpPr>
          <p:nvPr/>
        </p:nvSpPr>
        <p:spPr>
          <a:xfrm xmlns:a="http://schemas.openxmlformats.org/drawingml/2006/main">
            <a:off x="266700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runtime reads</a:t>
            </a:r>
          </a:p>
          <a:p xmlns:a="http://schemas.openxmlformats.org/drawingml/2006/main">
            <a:pPr algn="ctr">
              <a:defRPr sz="1050" b="0" i="0">
                <a:solidFill>
                  <a:srgbClr val="061A45"/>
                </a:solidFill>
              </a:defRPr>
            </a:pPr>
            <a:r>
              <a:rPr sz="1050" b="0" i="0">
                <a:solidFill>
                  <a:srgbClr val="061A45"/>
                </a:solidFill>
              </a:rPr>
              <a:t>the request</a:t>
            </a:r>
          </a:p>
        </p:txBody>
      </p:sp>
      <p:sp>
        <p:nvSpPr>
          <p:cNvPr id="15" name="">
            <a:extLst xmlns:a="http://schemas.openxmlformats.org/drawingml/2006/main">
              <a:ext uri="{FF2B5EF4-FFF2-40B4-BE49-F238E27FC236}">
                <a16:creationId xmlns:a16="http://schemas.microsoft.com/office/drawing/2014/main" id="{12CFB988-8329-412F-83F4-C82628F6AF2B}"/>
              </a:ext>
            </a:extLst>
          </p:cNvPr>
          <p:cNvSpPr>
            <a:spLocks xmlns:a="http://schemas.openxmlformats.org/drawingml/2006/main" noGrp="1"/>
          </p:cNvSpPr>
          <p:nvPr/>
        </p:nvSpPr>
        <p:spPr>
          <a:xfrm xmlns:a="http://schemas.openxmlformats.org/drawingml/2006/main">
            <a:off x="4057650" y="2524125"/>
            <a:ext cx="285750" cy="0"/>
          </a:xfrm>
          <a:prstGeom xmlns:a="http://schemas.openxmlformats.org/drawingml/2006/main" prst="line">
            <a:avLst/>
          </a:prstGeom>
          <a:ln xmlns:a="http://schemas.openxmlformats.org/drawingml/2006/main" w="19050">
            <a:solidFill>
              <a:srgbClr val="004AAD"/>
            </a:solidFill>
            <a:prstDash val="solid"/>
          </a:ln>
        </p:spPr>
      </p:sp>
      <p:sp>
        <p:nvSpPr>
          <p:cNvPr id="16" name="">
            <a:extLst xmlns:a="http://schemas.openxmlformats.org/drawingml/2006/main">
              <a:ext uri="{FF2B5EF4-FFF2-40B4-BE49-F238E27FC236}">
                <a16:creationId xmlns:a16="http://schemas.microsoft.com/office/drawing/2014/main" id="{718446E0-8996-49F6-AE37-D7B1BFBFB0A8}"/>
              </a:ext>
            </a:extLst>
          </p:cNvPr>
          <p:cNvSpPr>
            <a:spLocks xmlns:a="http://schemas.openxmlformats.org/drawingml/2006/main" noGrp="1"/>
          </p:cNvSpPr>
          <p:nvPr/>
        </p:nvSpPr>
        <p:spPr>
          <a:xfrm xmlns:a="http://schemas.openxmlformats.org/drawingml/2006/main">
            <a:off x="4400550" y="1809750"/>
            <a:ext cx="1524000" cy="1428750"/>
          </a:xfrm>
          <a:prstGeom xmlns:a="http://schemas.openxmlformats.org/drawingml/2006/main" prst="roundRect">
            <a:avLst>
              <a:gd name="adj" fmla="val 5333"/>
            </a:avLst>
          </a:prstGeom>
          <a:solidFill xmlns:a="http://schemas.openxmlformats.org/drawingml/2006/main">
            <a:srgbClr val="F8FBFF"/>
          </a:solidFill>
          <a:ln xmlns:a="http://schemas.openxmlformats.org/drawingml/2006/main" w="10478">
            <a:solidFill>
              <a:srgbClr val="D88A00"/>
            </a:solidFill>
            <a:prstDash val="solid"/>
          </a:ln>
        </p:spPr>
      </p:sp>
      <p:sp>
        <p:nvSpPr>
          <p:cNvPr id="17" name="">
            <a:extLst xmlns:a="http://schemas.openxmlformats.org/drawingml/2006/main">
              <a:ext uri="{FF2B5EF4-FFF2-40B4-BE49-F238E27FC236}">
                <a16:creationId xmlns:a16="http://schemas.microsoft.com/office/drawing/2014/main" id="{584E3D72-16E3-4A8D-A844-ED478537DD74}"/>
              </a:ext>
            </a:extLst>
          </p:cNvPr>
          <p:cNvSpPr>
            <a:spLocks xmlns:a="http://schemas.openxmlformats.org/drawingml/2006/main" noGrp="1"/>
          </p:cNvSpPr>
          <p:nvPr/>
        </p:nvSpPr>
        <p:spPr>
          <a:xfrm xmlns:a="http://schemas.openxmlformats.org/drawingml/2006/main">
            <a:off x="4962525" y="2019300"/>
            <a:ext cx="400050" cy="400050"/>
          </a:xfrm>
          <a:prstGeom xmlns:a="http://schemas.openxmlformats.org/drawingml/2006/main" prst="roundRect">
            <a:avLst>
              <a:gd name="adj" fmla="val 50000"/>
            </a:avLst>
          </a:prstGeom>
          <a:solidFill xmlns:a="http://schemas.openxmlformats.org/drawingml/2006/main">
            <a:srgbClr val="D88A00"/>
          </a:solidFill>
          <a:ln xmlns:a="http://schemas.openxmlformats.org/drawingml/2006/main" w="10478">
            <a:solidFill>
              <a:srgbClr val="D88A00"/>
            </a:solidFill>
            <a:prstDash val="solid"/>
          </a:ln>
        </p:spPr>
      </p:sp>
      <p:sp>
        <p:nvSpPr>
          <p:cNvPr id="18" name="">
            <a:extLst xmlns:a="http://schemas.openxmlformats.org/drawingml/2006/main">
              <a:ext uri="{FF2B5EF4-FFF2-40B4-BE49-F238E27FC236}">
                <a16:creationId xmlns:a16="http://schemas.microsoft.com/office/drawing/2014/main" id="{E3DB7CA1-9CE7-44F5-89F6-E937EEC03387}"/>
              </a:ext>
            </a:extLst>
          </p:cNvPr>
          <p:cNvSpPr>
            <a:spLocks xmlns:a="http://schemas.openxmlformats.org/drawingml/2006/main" noGrp="1"/>
          </p:cNvSpPr>
          <p:nvPr/>
        </p:nvSpPr>
        <p:spPr>
          <a:xfrm xmlns:a="http://schemas.openxmlformats.org/drawingml/2006/main">
            <a:off x="507682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3</a:t>
            </a:r>
          </a:p>
        </p:txBody>
      </p:sp>
      <p:sp>
        <p:nvSpPr>
          <p:cNvPr id="19" name="">
            <a:extLst xmlns:a="http://schemas.openxmlformats.org/drawingml/2006/main">
              <a:ext uri="{FF2B5EF4-FFF2-40B4-BE49-F238E27FC236}">
                <a16:creationId xmlns:a16="http://schemas.microsoft.com/office/drawing/2014/main" id="{D19EB763-23AD-4CAD-9A0C-590C1544B36C}"/>
              </a:ext>
            </a:extLst>
          </p:cNvPr>
          <p:cNvSpPr>
            <a:spLocks xmlns:a="http://schemas.openxmlformats.org/drawingml/2006/main" noGrp="1"/>
          </p:cNvSpPr>
          <p:nvPr/>
        </p:nvSpPr>
        <p:spPr>
          <a:xfrm xmlns:a="http://schemas.openxmlformats.org/drawingml/2006/main">
            <a:off x="457200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D88A00"/>
                </a:solidFill>
              </a:defRPr>
            </a:pPr>
            <a:r>
              <a:rPr sz="1425" b="1" i="0">
                <a:solidFill>
                  <a:srgbClr val="D88A00"/>
                </a:solidFill>
              </a:rPr>
              <a:t>Validated</a:t>
            </a:r>
          </a:p>
        </p:txBody>
      </p:sp>
      <p:sp>
        <p:nvSpPr>
          <p:cNvPr id="20" name="">
            <a:extLst xmlns:a="http://schemas.openxmlformats.org/drawingml/2006/main">
              <a:ext uri="{FF2B5EF4-FFF2-40B4-BE49-F238E27FC236}">
                <a16:creationId xmlns:a16="http://schemas.microsoft.com/office/drawing/2014/main" id="{719EE075-3DA2-4E64-8845-C147C1D141AF}"/>
              </a:ext>
            </a:extLst>
          </p:cNvPr>
          <p:cNvSpPr>
            <a:spLocks xmlns:a="http://schemas.openxmlformats.org/drawingml/2006/main" noGrp="1"/>
          </p:cNvSpPr>
          <p:nvPr/>
        </p:nvSpPr>
        <p:spPr>
          <a:xfrm xmlns:a="http://schemas.openxmlformats.org/drawingml/2006/main">
            <a:off x="459105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schema, policy,</a:t>
            </a:r>
          </a:p>
          <a:p xmlns:a="http://schemas.openxmlformats.org/drawingml/2006/main">
            <a:pPr algn="ctr">
              <a:defRPr sz="1050" b="0" i="0">
                <a:solidFill>
                  <a:srgbClr val="061A45"/>
                </a:solidFill>
              </a:defRPr>
            </a:pPr>
            <a:r>
              <a:rPr sz="1050" b="0" i="0">
                <a:solidFill>
                  <a:srgbClr val="061A45"/>
                </a:solidFill>
              </a:rPr>
              <a:t>permission</a:t>
            </a:r>
          </a:p>
        </p:txBody>
      </p:sp>
      <p:sp>
        <p:nvSpPr>
          <p:cNvPr id="21" name="">
            <a:extLst xmlns:a="http://schemas.openxmlformats.org/drawingml/2006/main">
              <a:ext uri="{FF2B5EF4-FFF2-40B4-BE49-F238E27FC236}">
                <a16:creationId xmlns:a16="http://schemas.microsoft.com/office/drawing/2014/main" id="{A92A59BB-330B-420D-82A1-5727A3B190CC}"/>
              </a:ext>
            </a:extLst>
          </p:cNvPr>
          <p:cNvSpPr>
            <a:spLocks xmlns:a="http://schemas.openxmlformats.org/drawingml/2006/main" noGrp="1"/>
          </p:cNvSpPr>
          <p:nvPr/>
        </p:nvSpPr>
        <p:spPr>
          <a:xfrm xmlns:a="http://schemas.openxmlformats.org/drawingml/2006/main">
            <a:off x="5981700" y="2524125"/>
            <a:ext cx="285750" cy="0"/>
          </a:xfrm>
          <a:prstGeom xmlns:a="http://schemas.openxmlformats.org/drawingml/2006/main" prst="line">
            <a:avLst/>
          </a:prstGeom>
          <a:ln xmlns:a="http://schemas.openxmlformats.org/drawingml/2006/main" w="19050">
            <a:solidFill>
              <a:srgbClr val="004AAD"/>
            </a:solidFill>
            <a:prstDash val="solid"/>
          </a:ln>
        </p:spPr>
      </p:sp>
      <p:sp>
        <p:nvSpPr>
          <p:cNvPr id="22" name="">
            <a:extLst xmlns:a="http://schemas.openxmlformats.org/drawingml/2006/main">
              <a:ext uri="{FF2B5EF4-FFF2-40B4-BE49-F238E27FC236}">
                <a16:creationId xmlns:a16="http://schemas.microsoft.com/office/drawing/2014/main" id="{EFB22A03-7563-470D-AA05-3032DD6E6B58}"/>
              </a:ext>
            </a:extLst>
          </p:cNvPr>
          <p:cNvSpPr>
            <a:spLocks xmlns:a="http://schemas.openxmlformats.org/drawingml/2006/main" noGrp="1"/>
          </p:cNvSpPr>
          <p:nvPr/>
        </p:nvSpPr>
        <p:spPr>
          <a:xfrm xmlns:a="http://schemas.openxmlformats.org/drawingml/2006/main">
            <a:off x="6324600" y="1809750"/>
            <a:ext cx="1524000" cy="1428750"/>
          </a:xfrm>
          <a:prstGeom xmlns:a="http://schemas.openxmlformats.org/drawingml/2006/main" prst="roundRect">
            <a:avLst>
              <a:gd name="adj" fmla="val 5333"/>
            </a:avLst>
          </a:prstGeom>
          <a:solidFill xmlns:a="http://schemas.openxmlformats.org/drawingml/2006/main">
            <a:srgbClr val="EEF6FF"/>
          </a:solidFill>
          <a:ln xmlns:a="http://schemas.openxmlformats.org/drawingml/2006/main" w="10478">
            <a:solidFill>
              <a:srgbClr val="6B4AA1"/>
            </a:solidFill>
            <a:prstDash val="solid"/>
          </a:ln>
        </p:spPr>
      </p:sp>
      <p:sp>
        <p:nvSpPr>
          <p:cNvPr id="23" name="">
            <a:extLst xmlns:a="http://schemas.openxmlformats.org/drawingml/2006/main">
              <a:ext uri="{FF2B5EF4-FFF2-40B4-BE49-F238E27FC236}">
                <a16:creationId xmlns:a16="http://schemas.microsoft.com/office/drawing/2014/main" id="{657DE031-29D2-4C00-AA67-102B927BFC0C}"/>
              </a:ext>
            </a:extLst>
          </p:cNvPr>
          <p:cNvSpPr>
            <a:spLocks xmlns:a="http://schemas.openxmlformats.org/drawingml/2006/main" noGrp="1"/>
          </p:cNvSpPr>
          <p:nvPr/>
        </p:nvSpPr>
        <p:spPr>
          <a:xfrm xmlns:a="http://schemas.openxmlformats.org/drawingml/2006/main">
            <a:off x="6886575" y="2019300"/>
            <a:ext cx="400050" cy="400050"/>
          </a:xfrm>
          <a:prstGeom xmlns:a="http://schemas.openxmlformats.org/drawingml/2006/main" prst="roundRect">
            <a:avLst>
              <a:gd name="adj" fmla="val 50000"/>
            </a:avLst>
          </a:prstGeom>
          <a:solidFill xmlns:a="http://schemas.openxmlformats.org/drawingml/2006/main">
            <a:srgbClr val="6B4AA1"/>
          </a:solidFill>
          <a:ln xmlns:a="http://schemas.openxmlformats.org/drawingml/2006/main" w="10478">
            <a:solidFill>
              <a:srgbClr val="6B4AA1"/>
            </a:solidFill>
            <a:prstDash val="solid"/>
          </a:ln>
        </p:spPr>
      </p:sp>
      <p:sp>
        <p:nvSpPr>
          <p:cNvPr id="24" name="">
            <a:extLst xmlns:a="http://schemas.openxmlformats.org/drawingml/2006/main">
              <a:ext uri="{FF2B5EF4-FFF2-40B4-BE49-F238E27FC236}">
                <a16:creationId xmlns:a16="http://schemas.microsoft.com/office/drawing/2014/main" id="{D1848943-7A70-4C85-A517-632F930CA8A8}"/>
              </a:ext>
            </a:extLst>
          </p:cNvPr>
          <p:cNvSpPr>
            <a:spLocks xmlns:a="http://schemas.openxmlformats.org/drawingml/2006/main" noGrp="1"/>
          </p:cNvSpPr>
          <p:nvPr/>
        </p:nvSpPr>
        <p:spPr>
          <a:xfrm xmlns:a="http://schemas.openxmlformats.org/drawingml/2006/main">
            <a:off x="700087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4</a:t>
            </a:r>
          </a:p>
        </p:txBody>
      </p:sp>
      <p:sp>
        <p:nvSpPr>
          <p:cNvPr id="25" name="">
            <a:extLst xmlns:a="http://schemas.openxmlformats.org/drawingml/2006/main">
              <a:ext uri="{FF2B5EF4-FFF2-40B4-BE49-F238E27FC236}">
                <a16:creationId xmlns:a16="http://schemas.microsoft.com/office/drawing/2014/main" id="{F3C1429D-D134-4488-ACBE-364BF958F651}"/>
              </a:ext>
            </a:extLst>
          </p:cNvPr>
          <p:cNvSpPr>
            <a:spLocks xmlns:a="http://schemas.openxmlformats.org/drawingml/2006/main" noGrp="1"/>
          </p:cNvSpPr>
          <p:nvPr/>
        </p:nvSpPr>
        <p:spPr>
          <a:xfrm xmlns:a="http://schemas.openxmlformats.org/drawingml/2006/main">
            <a:off x="649605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6B4AA1"/>
                </a:solidFill>
              </a:defRPr>
            </a:pPr>
            <a:r>
              <a:rPr sz="1425" b="1" i="0">
                <a:solidFill>
                  <a:srgbClr val="6B4AA1"/>
                </a:solidFill>
              </a:rPr>
              <a:t>Executed</a:t>
            </a:r>
          </a:p>
        </p:txBody>
      </p:sp>
      <p:sp>
        <p:nvSpPr>
          <p:cNvPr id="26" name="">
            <a:extLst xmlns:a="http://schemas.openxmlformats.org/drawingml/2006/main">
              <a:ext uri="{FF2B5EF4-FFF2-40B4-BE49-F238E27FC236}">
                <a16:creationId xmlns:a16="http://schemas.microsoft.com/office/drawing/2014/main" id="{263F0C46-0A07-472C-92BD-54F57D782630}"/>
              </a:ext>
            </a:extLst>
          </p:cNvPr>
          <p:cNvSpPr>
            <a:spLocks xmlns:a="http://schemas.openxmlformats.org/drawingml/2006/main" noGrp="1"/>
          </p:cNvSpPr>
          <p:nvPr/>
        </p:nvSpPr>
        <p:spPr>
          <a:xfrm xmlns:a="http://schemas.openxmlformats.org/drawingml/2006/main">
            <a:off x="651510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tool/API runs</a:t>
            </a:r>
          </a:p>
          <a:p xmlns:a="http://schemas.openxmlformats.org/drawingml/2006/main">
            <a:pPr algn="ctr">
              <a:defRPr sz="1050" b="0" i="0">
                <a:solidFill>
                  <a:srgbClr val="061A45"/>
                </a:solidFill>
              </a:defRPr>
            </a:pPr>
            <a:r>
              <a:rPr sz="1050" b="0" i="0">
                <a:solidFill>
                  <a:srgbClr val="061A45"/>
                </a:solidFill>
              </a:rPr>
              <a:t>outside model</a:t>
            </a:r>
          </a:p>
        </p:txBody>
      </p:sp>
      <p:sp>
        <p:nvSpPr>
          <p:cNvPr id="27" name="">
            <a:extLst xmlns:a="http://schemas.openxmlformats.org/drawingml/2006/main">
              <a:ext uri="{FF2B5EF4-FFF2-40B4-BE49-F238E27FC236}">
                <a16:creationId xmlns:a16="http://schemas.microsoft.com/office/drawing/2014/main" id="{B8E6D538-F786-44FA-9007-A3F1E7DEAF18}"/>
              </a:ext>
            </a:extLst>
          </p:cNvPr>
          <p:cNvSpPr>
            <a:spLocks xmlns:a="http://schemas.openxmlformats.org/drawingml/2006/main" noGrp="1"/>
          </p:cNvSpPr>
          <p:nvPr/>
        </p:nvSpPr>
        <p:spPr>
          <a:xfrm xmlns:a="http://schemas.openxmlformats.org/drawingml/2006/main">
            <a:off x="7905750" y="2524125"/>
            <a:ext cx="285750" cy="0"/>
          </a:xfrm>
          <a:prstGeom xmlns:a="http://schemas.openxmlformats.org/drawingml/2006/main" prst="line">
            <a:avLst/>
          </a:prstGeom>
          <a:ln xmlns:a="http://schemas.openxmlformats.org/drawingml/2006/main" w="19050">
            <a:solidFill>
              <a:srgbClr val="004AAD"/>
            </a:solidFill>
            <a:prstDash val="solid"/>
          </a:ln>
        </p:spPr>
      </p:sp>
      <p:sp>
        <p:nvSpPr>
          <p:cNvPr id="28" name="">
            <a:extLst xmlns:a="http://schemas.openxmlformats.org/drawingml/2006/main">
              <a:ext uri="{FF2B5EF4-FFF2-40B4-BE49-F238E27FC236}">
                <a16:creationId xmlns:a16="http://schemas.microsoft.com/office/drawing/2014/main" id="{4CDBE103-1E71-4566-85F5-AA2797B573FD}"/>
              </a:ext>
            </a:extLst>
          </p:cNvPr>
          <p:cNvSpPr>
            <a:spLocks xmlns:a="http://schemas.openxmlformats.org/drawingml/2006/main" noGrp="1"/>
          </p:cNvSpPr>
          <p:nvPr/>
        </p:nvSpPr>
        <p:spPr>
          <a:xfrm xmlns:a="http://schemas.openxmlformats.org/drawingml/2006/main">
            <a:off x="8248650" y="1809750"/>
            <a:ext cx="1524000" cy="1428750"/>
          </a:xfrm>
          <a:prstGeom xmlns:a="http://schemas.openxmlformats.org/drawingml/2006/main" prst="roundRect">
            <a:avLst>
              <a:gd name="adj" fmla="val 5333"/>
            </a:avLst>
          </a:prstGeom>
          <a:solidFill xmlns:a="http://schemas.openxmlformats.org/drawingml/2006/main">
            <a:srgbClr val="F8FBFF"/>
          </a:solidFill>
          <a:ln xmlns:a="http://schemas.openxmlformats.org/drawingml/2006/main" w="10478">
            <a:solidFill>
              <a:srgbClr val="138A43"/>
            </a:solidFill>
            <a:prstDash val="solid"/>
          </a:ln>
        </p:spPr>
      </p:sp>
      <p:sp>
        <p:nvSpPr>
          <p:cNvPr id="29" name="">
            <a:extLst xmlns:a="http://schemas.openxmlformats.org/drawingml/2006/main">
              <a:ext uri="{FF2B5EF4-FFF2-40B4-BE49-F238E27FC236}">
                <a16:creationId xmlns:a16="http://schemas.microsoft.com/office/drawing/2014/main" id="{997836D0-CCE9-49F8-9BAF-C916BD3AFCA0}"/>
              </a:ext>
            </a:extLst>
          </p:cNvPr>
          <p:cNvSpPr>
            <a:spLocks xmlns:a="http://schemas.openxmlformats.org/drawingml/2006/main" noGrp="1"/>
          </p:cNvSpPr>
          <p:nvPr/>
        </p:nvSpPr>
        <p:spPr>
          <a:xfrm xmlns:a="http://schemas.openxmlformats.org/drawingml/2006/main">
            <a:off x="8810625" y="2019300"/>
            <a:ext cx="400050" cy="400050"/>
          </a:xfrm>
          <a:prstGeom xmlns:a="http://schemas.openxmlformats.org/drawingml/2006/main" prst="roundRect">
            <a:avLst>
              <a:gd name="adj" fmla="val 50000"/>
            </a:avLst>
          </a:prstGeom>
          <a:solidFill xmlns:a="http://schemas.openxmlformats.org/drawingml/2006/main">
            <a:srgbClr val="138A43"/>
          </a:solidFill>
          <a:ln xmlns:a="http://schemas.openxmlformats.org/drawingml/2006/main" w="10478">
            <a:solidFill>
              <a:srgbClr val="138A43"/>
            </a:solidFill>
            <a:prstDash val="solid"/>
          </a:ln>
        </p:spPr>
      </p:sp>
      <p:sp>
        <p:nvSpPr>
          <p:cNvPr id="30" name="">
            <a:extLst xmlns:a="http://schemas.openxmlformats.org/drawingml/2006/main">
              <a:ext uri="{FF2B5EF4-FFF2-40B4-BE49-F238E27FC236}">
                <a16:creationId xmlns:a16="http://schemas.microsoft.com/office/drawing/2014/main" id="{8252B858-70F8-437E-8225-E48A9AF8C99D}"/>
              </a:ext>
            </a:extLst>
          </p:cNvPr>
          <p:cNvSpPr>
            <a:spLocks xmlns:a="http://schemas.openxmlformats.org/drawingml/2006/main" noGrp="1"/>
          </p:cNvSpPr>
          <p:nvPr/>
        </p:nvSpPr>
        <p:spPr>
          <a:xfrm xmlns:a="http://schemas.openxmlformats.org/drawingml/2006/main">
            <a:off x="892492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5</a:t>
            </a:r>
          </a:p>
        </p:txBody>
      </p:sp>
      <p:sp>
        <p:nvSpPr>
          <p:cNvPr id="31" name="">
            <a:extLst xmlns:a="http://schemas.openxmlformats.org/drawingml/2006/main">
              <a:ext uri="{FF2B5EF4-FFF2-40B4-BE49-F238E27FC236}">
                <a16:creationId xmlns:a16="http://schemas.microsoft.com/office/drawing/2014/main" id="{0FD30ED1-25E1-4BBF-9B52-5FF3272F340C}"/>
              </a:ext>
            </a:extLst>
          </p:cNvPr>
          <p:cNvSpPr>
            <a:spLocks xmlns:a="http://schemas.openxmlformats.org/drawingml/2006/main" noGrp="1"/>
          </p:cNvSpPr>
          <p:nvPr/>
        </p:nvSpPr>
        <p:spPr>
          <a:xfrm xmlns:a="http://schemas.openxmlformats.org/drawingml/2006/main">
            <a:off x="842010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138A43"/>
                </a:solidFill>
              </a:defRPr>
            </a:pPr>
            <a:r>
              <a:rPr sz="1425" b="1" i="0">
                <a:solidFill>
                  <a:srgbClr val="138A43"/>
                </a:solidFill>
              </a:rPr>
              <a:t>Observed</a:t>
            </a:r>
          </a:p>
        </p:txBody>
      </p:sp>
      <p:sp>
        <p:nvSpPr>
          <p:cNvPr id="32" name="">
            <a:extLst xmlns:a="http://schemas.openxmlformats.org/drawingml/2006/main">
              <a:ext uri="{FF2B5EF4-FFF2-40B4-BE49-F238E27FC236}">
                <a16:creationId xmlns:a16="http://schemas.microsoft.com/office/drawing/2014/main" id="{8C44620B-6C8D-46F1-A26D-52B37D41A4EA}"/>
              </a:ext>
            </a:extLst>
          </p:cNvPr>
          <p:cNvSpPr>
            <a:spLocks xmlns:a="http://schemas.openxmlformats.org/drawingml/2006/main" noGrp="1"/>
          </p:cNvSpPr>
          <p:nvPr/>
        </p:nvSpPr>
        <p:spPr>
          <a:xfrm xmlns:a="http://schemas.openxmlformats.org/drawingml/2006/main">
            <a:off x="843915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result written</a:t>
            </a:r>
          </a:p>
          <a:p xmlns:a="http://schemas.openxmlformats.org/drawingml/2006/main">
            <a:pPr algn="ctr">
              <a:defRPr sz="1050" b="0" i="0">
                <a:solidFill>
                  <a:srgbClr val="061A45"/>
                </a:solidFill>
              </a:defRPr>
            </a:pPr>
            <a:r>
              <a:rPr sz="1050" b="0" i="0">
                <a:solidFill>
                  <a:srgbClr val="061A45"/>
                </a:solidFill>
              </a:rPr>
              <a:t>back to paper</a:t>
            </a:r>
          </a:p>
        </p:txBody>
      </p:sp>
      <p:sp>
        <p:nvSpPr>
          <p:cNvPr id="33" name="">
            <a:extLst xmlns:a="http://schemas.openxmlformats.org/drawingml/2006/main">
              <a:ext uri="{FF2B5EF4-FFF2-40B4-BE49-F238E27FC236}">
                <a16:creationId xmlns:a16="http://schemas.microsoft.com/office/drawing/2014/main" id="{E1BAB63D-5BE0-4ED6-882C-3A21D0CFB5C9}"/>
              </a:ext>
            </a:extLst>
          </p:cNvPr>
          <p:cNvSpPr>
            <a:spLocks xmlns:a="http://schemas.openxmlformats.org/drawingml/2006/main" noGrp="1"/>
          </p:cNvSpPr>
          <p:nvPr/>
        </p:nvSpPr>
        <p:spPr>
          <a:xfrm xmlns:a="http://schemas.openxmlformats.org/drawingml/2006/main">
            <a:off x="9829800" y="2524125"/>
            <a:ext cx="285750" cy="0"/>
          </a:xfrm>
          <a:prstGeom xmlns:a="http://schemas.openxmlformats.org/drawingml/2006/main" prst="line">
            <a:avLst/>
          </a:prstGeom>
          <a:ln xmlns:a="http://schemas.openxmlformats.org/drawingml/2006/main" w="19050">
            <a:solidFill>
              <a:srgbClr val="004AAD"/>
            </a:solidFill>
            <a:prstDash val="solid"/>
          </a:ln>
        </p:spPr>
      </p:sp>
      <p:sp>
        <p:nvSpPr>
          <p:cNvPr id="34" name="">
            <a:extLst xmlns:a="http://schemas.openxmlformats.org/drawingml/2006/main">
              <a:ext uri="{FF2B5EF4-FFF2-40B4-BE49-F238E27FC236}">
                <a16:creationId xmlns:a16="http://schemas.microsoft.com/office/drawing/2014/main" id="{224074AC-CE84-4BCF-BDC9-A1B512321CD6}"/>
              </a:ext>
            </a:extLst>
          </p:cNvPr>
          <p:cNvSpPr>
            <a:spLocks xmlns:a="http://schemas.openxmlformats.org/drawingml/2006/main" noGrp="1"/>
          </p:cNvSpPr>
          <p:nvPr/>
        </p:nvSpPr>
        <p:spPr>
          <a:xfrm xmlns:a="http://schemas.openxmlformats.org/drawingml/2006/main">
            <a:off x="10172700" y="1809750"/>
            <a:ext cx="1524000" cy="1428750"/>
          </a:xfrm>
          <a:prstGeom xmlns:a="http://schemas.openxmlformats.org/drawingml/2006/main" prst="roundRect">
            <a:avLst>
              <a:gd name="adj" fmla="val 5333"/>
            </a:avLst>
          </a:prstGeom>
          <a:solidFill xmlns:a="http://schemas.openxmlformats.org/drawingml/2006/main">
            <a:srgbClr val="EEF6FF"/>
          </a:solidFill>
          <a:ln xmlns:a="http://schemas.openxmlformats.org/drawingml/2006/main" w="10478">
            <a:solidFill>
              <a:srgbClr val="004AAD"/>
            </a:solidFill>
            <a:prstDash val="solid"/>
          </a:ln>
        </p:spPr>
      </p:sp>
      <p:sp>
        <p:nvSpPr>
          <p:cNvPr id="35" name="">
            <a:extLst xmlns:a="http://schemas.openxmlformats.org/drawingml/2006/main">
              <a:ext uri="{FF2B5EF4-FFF2-40B4-BE49-F238E27FC236}">
                <a16:creationId xmlns:a16="http://schemas.microsoft.com/office/drawing/2014/main" id="{57A91FBA-2EC3-40A1-8865-E64C8E7CC5E7}"/>
              </a:ext>
            </a:extLst>
          </p:cNvPr>
          <p:cNvSpPr>
            <a:spLocks xmlns:a="http://schemas.openxmlformats.org/drawingml/2006/main" noGrp="1"/>
          </p:cNvSpPr>
          <p:nvPr/>
        </p:nvSpPr>
        <p:spPr>
          <a:xfrm xmlns:a="http://schemas.openxmlformats.org/drawingml/2006/main">
            <a:off x="10734675" y="2019300"/>
            <a:ext cx="400050" cy="400050"/>
          </a:xfrm>
          <a:prstGeom xmlns:a="http://schemas.openxmlformats.org/drawingml/2006/main" prst="roundRect">
            <a:avLst>
              <a:gd name="adj" fmla="val 50000"/>
            </a:avLst>
          </a:prstGeom>
          <a:solidFill xmlns:a="http://schemas.openxmlformats.org/drawingml/2006/main">
            <a:srgbClr val="004AAD"/>
          </a:solidFill>
          <a:ln xmlns:a="http://schemas.openxmlformats.org/drawingml/2006/main" w="10478">
            <a:solidFill>
              <a:srgbClr val="004AAD"/>
            </a:solidFill>
            <a:prstDash val="solid"/>
          </a:ln>
        </p:spPr>
      </p:sp>
      <p:sp>
        <p:nvSpPr>
          <p:cNvPr id="36" name="">
            <a:extLst xmlns:a="http://schemas.openxmlformats.org/drawingml/2006/main">
              <a:ext uri="{FF2B5EF4-FFF2-40B4-BE49-F238E27FC236}">
                <a16:creationId xmlns:a16="http://schemas.microsoft.com/office/drawing/2014/main" id="{421B1CD3-BA51-43B7-BBCF-78456723EC0E}"/>
              </a:ext>
            </a:extLst>
          </p:cNvPr>
          <p:cNvSpPr>
            <a:spLocks xmlns:a="http://schemas.openxmlformats.org/drawingml/2006/main" noGrp="1"/>
          </p:cNvSpPr>
          <p:nvPr/>
        </p:nvSpPr>
        <p:spPr>
          <a:xfrm xmlns:a="http://schemas.openxmlformats.org/drawingml/2006/main">
            <a:off x="10848975" y="2114550"/>
            <a:ext cx="171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i="0">
                <a:solidFill>
                  <a:srgbClr val="FFFFFF"/>
                </a:solidFill>
              </a:defRPr>
            </a:pPr>
            <a:r>
              <a:rPr sz="1350" b="1" i="0">
                <a:solidFill>
                  <a:srgbClr val="FFFFFF"/>
                </a:solidFill>
              </a:rPr>
              <a:t>6</a:t>
            </a:r>
          </a:p>
        </p:txBody>
      </p:sp>
      <p:sp>
        <p:nvSpPr>
          <p:cNvPr id="37" name="">
            <a:extLst xmlns:a="http://schemas.openxmlformats.org/drawingml/2006/main">
              <a:ext uri="{FF2B5EF4-FFF2-40B4-BE49-F238E27FC236}">
                <a16:creationId xmlns:a16="http://schemas.microsoft.com/office/drawing/2014/main" id="{50B50CDC-A056-4250-AA41-D40ACFDE5CE9}"/>
              </a:ext>
            </a:extLst>
          </p:cNvPr>
          <p:cNvSpPr>
            <a:spLocks xmlns:a="http://schemas.openxmlformats.org/drawingml/2006/main" noGrp="1"/>
          </p:cNvSpPr>
          <p:nvPr/>
        </p:nvSpPr>
        <p:spPr>
          <a:xfrm xmlns:a="http://schemas.openxmlformats.org/drawingml/2006/main">
            <a:off x="10344150" y="2533650"/>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i="0">
                <a:solidFill>
                  <a:srgbClr val="004AAD"/>
                </a:solidFill>
              </a:defRPr>
            </a:pPr>
            <a:r>
              <a:rPr sz="1425" b="1" i="0">
                <a:solidFill>
                  <a:srgbClr val="004AAD"/>
                </a:solidFill>
              </a:rPr>
              <a:t>Answered</a:t>
            </a:r>
          </a:p>
        </p:txBody>
      </p:sp>
      <p:sp>
        <p:nvSpPr>
          <p:cNvPr id="38" name="">
            <a:extLst xmlns:a="http://schemas.openxmlformats.org/drawingml/2006/main">
              <a:ext uri="{FF2B5EF4-FFF2-40B4-BE49-F238E27FC236}">
                <a16:creationId xmlns:a16="http://schemas.microsoft.com/office/drawing/2014/main" id="{4D111EDE-D65E-4EA6-B58B-2961D5FB784F}"/>
              </a:ext>
            </a:extLst>
          </p:cNvPr>
          <p:cNvSpPr>
            <a:spLocks xmlns:a="http://schemas.openxmlformats.org/drawingml/2006/main" noGrp="1"/>
          </p:cNvSpPr>
          <p:nvPr/>
        </p:nvSpPr>
        <p:spPr>
          <a:xfrm xmlns:a="http://schemas.openxmlformats.org/drawingml/2006/main">
            <a:off x="10363200" y="2819400"/>
            <a:ext cx="114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050" b="0" i="0">
                <a:solidFill>
                  <a:srgbClr val="061A45"/>
                </a:solidFill>
              </a:defRPr>
            </a:pPr>
            <a:r>
              <a:rPr sz="1050" b="0" i="0">
                <a:solidFill>
                  <a:srgbClr val="061A45"/>
                </a:solidFill>
              </a:rPr>
              <a:t>model uses result</a:t>
            </a:r>
          </a:p>
          <a:p xmlns:a="http://schemas.openxmlformats.org/drawingml/2006/main">
            <a:pPr algn="ctr">
              <a:defRPr sz="1050" b="0" i="0">
                <a:solidFill>
                  <a:srgbClr val="061A45"/>
                </a:solidFill>
              </a:defRPr>
            </a:pPr>
            <a:r>
              <a:rPr sz="1050" b="0" i="0">
                <a:solidFill>
                  <a:srgbClr val="061A45"/>
                </a:solidFill>
              </a:rPr>
              <a:t>for response</a:t>
            </a:r>
          </a:p>
        </p:txBody>
      </p:sp>
      <p:sp>
        <p:nvSpPr>
          <p:cNvPr id="39" name="">
            <a:extLst xmlns:a="http://schemas.openxmlformats.org/drawingml/2006/main">
              <a:ext uri="{FF2B5EF4-FFF2-40B4-BE49-F238E27FC236}">
                <a16:creationId xmlns:a16="http://schemas.microsoft.com/office/drawing/2014/main" id="{5D6A4F62-8A47-4957-904A-08374413267E}"/>
              </a:ext>
            </a:extLst>
          </p:cNvPr>
          <p:cNvSpPr>
            <a:spLocks xmlns:a="http://schemas.openxmlformats.org/drawingml/2006/main" noGrp="1"/>
          </p:cNvSpPr>
          <p:nvPr/>
        </p:nvSpPr>
        <p:spPr>
          <a:xfrm xmlns:a="http://schemas.openxmlformats.org/drawingml/2006/main">
            <a:off x="876300" y="3886200"/>
            <a:ext cx="4724400" cy="1390650"/>
          </a:xfrm>
          <a:prstGeom xmlns:a="http://schemas.openxmlformats.org/drawingml/2006/main" prst="roundRect">
            <a:avLst>
              <a:gd name="adj" fmla="val 5479"/>
            </a:avLst>
          </a:prstGeom>
          <a:solidFill xmlns:a="http://schemas.openxmlformats.org/drawingml/2006/main">
            <a:srgbClr val="FFF5F5"/>
          </a:solidFill>
          <a:ln xmlns:a="http://schemas.openxmlformats.org/drawingml/2006/main" w="10478">
            <a:solidFill>
              <a:srgbClr val="F0B5B5"/>
            </a:solidFill>
            <a:prstDash val="solid"/>
          </a:ln>
        </p:spPr>
      </p:sp>
      <p:sp>
        <p:nvSpPr>
          <p:cNvPr id="40" name="">
            <a:extLst xmlns:a="http://schemas.openxmlformats.org/drawingml/2006/main">
              <a:ext uri="{FF2B5EF4-FFF2-40B4-BE49-F238E27FC236}">
                <a16:creationId xmlns:a16="http://schemas.microsoft.com/office/drawing/2014/main" id="{569468D4-B229-4D69-B6D3-E61EE6EC2438}"/>
              </a:ext>
            </a:extLst>
          </p:cNvPr>
          <p:cNvSpPr>
            <a:spLocks xmlns:a="http://schemas.openxmlformats.org/drawingml/2006/main" noGrp="1"/>
          </p:cNvSpPr>
          <p:nvPr/>
        </p:nvSpPr>
        <p:spPr>
          <a:xfrm xmlns:a="http://schemas.openxmlformats.org/drawingml/2006/main">
            <a:off x="1257300" y="4095750"/>
            <a:ext cx="396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i="0">
                <a:solidFill>
                  <a:srgbClr val="CC2B2B"/>
                </a:solidFill>
              </a:defRPr>
            </a:pPr>
            <a:r>
              <a:rPr sz="1650" b="1" i="0">
                <a:solidFill>
                  <a:srgbClr val="CC2B2B"/>
                </a:solidFill>
              </a:rPr>
              <a:t>Possible rejections</a:t>
            </a:r>
          </a:p>
        </p:txBody>
      </p:sp>
      <p:sp>
        <p:nvSpPr>
          <p:cNvPr id="41" name="">
            <a:extLst xmlns:a="http://schemas.openxmlformats.org/drawingml/2006/main">
              <a:ext uri="{FF2B5EF4-FFF2-40B4-BE49-F238E27FC236}">
                <a16:creationId xmlns:a16="http://schemas.microsoft.com/office/drawing/2014/main" id="{4A8342E6-BE48-443B-B7A7-15386D7238C9}"/>
              </a:ext>
            </a:extLst>
          </p:cNvPr>
          <p:cNvSpPr>
            <a:spLocks xmlns:a="http://schemas.openxmlformats.org/drawingml/2006/main" noGrp="1"/>
          </p:cNvSpPr>
          <p:nvPr/>
        </p:nvSpPr>
        <p:spPr>
          <a:xfrm xmlns:a="http://schemas.openxmlformats.org/drawingml/2006/main">
            <a:off x="1333500" y="4533900"/>
            <a:ext cx="3810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Unknown tool, invalid parameters, missing permission, human approval required, external service failed, result too large.</a:t>
            </a:r>
          </a:p>
        </p:txBody>
      </p:sp>
      <p:sp>
        <p:nvSpPr>
          <p:cNvPr id="42" name="">
            <a:extLst xmlns:a="http://schemas.openxmlformats.org/drawingml/2006/main">
              <a:ext uri="{FF2B5EF4-FFF2-40B4-BE49-F238E27FC236}">
                <a16:creationId xmlns:a16="http://schemas.microsoft.com/office/drawing/2014/main" id="{50DF43B1-C045-4E80-9285-92D22ADBEF21}"/>
              </a:ext>
            </a:extLst>
          </p:cNvPr>
          <p:cNvSpPr>
            <a:spLocks xmlns:a="http://schemas.openxmlformats.org/drawingml/2006/main" noGrp="1"/>
          </p:cNvSpPr>
          <p:nvPr/>
        </p:nvSpPr>
        <p:spPr>
          <a:xfrm xmlns:a="http://schemas.openxmlformats.org/drawingml/2006/main">
            <a:off x="6591300" y="3886200"/>
            <a:ext cx="4724400" cy="1390650"/>
          </a:xfrm>
          <a:prstGeom xmlns:a="http://schemas.openxmlformats.org/drawingml/2006/main" prst="roundRect">
            <a:avLst>
              <a:gd name="adj" fmla="val 5479"/>
            </a:avLst>
          </a:prstGeom>
          <a:solidFill xmlns:a="http://schemas.openxmlformats.org/drawingml/2006/main">
            <a:srgbClr val="FFF7DF"/>
          </a:solidFill>
          <a:ln xmlns:a="http://schemas.openxmlformats.org/drawingml/2006/main" w="10478">
            <a:solidFill>
              <a:srgbClr val="F0D891"/>
            </a:solidFill>
            <a:prstDash val="solid"/>
          </a:ln>
        </p:spPr>
      </p:sp>
      <p:sp>
        <p:nvSpPr>
          <p:cNvPr id="43" name="">
            <a:extLst xmlns:a="http://schemas.openxmlformats.org/drawingml/2006/main">
              <a:ext uri="{FF2B5EF4-FFF2-40B4-BE49-F238E27FC236}">
                <a16:creationId xmlns:a16="http://schemas.microsoft.com/office/drawing/2014/main" id="{27397383-2ADF-4370-93D5-F621A429CD0F}"/>
              </a:ext>
            </a:extLst>
          </p:cNvPr>
          <p:cNvSpPr>
            <a:spLocks xmlns:a="http://schemas.openxmlformats.org/drawingml/2006/main" noGrp="1"/>
          </p:cNvSpPr>
          <p:nvPr/>
        </p:nvSpPr>
        <p:spPr>
          <a:xfrm xmlns:a="http://schemas.openxmlformats.org/drawingml/2006/main">
            <a:off x="6972300" y="4095750"/>
            <a:ext cx="396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i="0">
                <a:solidFill>
                  <a:srgbClr val="D88A00"/>
                </a:solidFill>
              </a:defRPr>
            </a:pPr>
            <a:r>
              <a:rPr sz="1650" b="1" i="0">
                <a:solidFill>
                  <a:srgbClr val="D88A00"/>
                </a:solidFill>
              </a:rPr>
              <a:t>Precise wording</a:t>
            </a:r>
          </a:p>
        </p:txBody>
      </p:sp>
      <p:sp>
        <p:nvSpPr>
          <p:cNvPr id="44" name="">
            <a:extLst xmlns:a="http://schemas.openxmlformats.org/drawingml/2006/main">
              <a:ext uri="{FF2B5EF4-FFF2-40B4-BE49-F238E27FC236}">
                <a16:creationId xmlns:a16="http://schemas.microsoft.com/office/drawing/2014/main" id="{A6A58AFF-2A1F-427D-8F81-08683769068C}"/>
              </a:ext>
            </a:extLst>
          </p:cNvPr>
          <p:cNvSpPr>
            <a:spLocks xmlns:a="http://schemas.openxmlformats.org/drawingml/2006/main" noGrp="1"/>
          </p:cNvSpPr>
          <p:nvPr/>
        </p:nvSpPr>
        <p:spPr>
          <a:xfrm xmlns:a="http://schemas.openxmlformats.org/drawingml/2006/main">
            <a:off x="7048500" y="4514850"/>
            <a:ext cx="3810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i="0">
                <a:solidFill>
                  <a:srgbClr val="061A45"/>
                </a:solidFill>
              </a:defRPr>
            </a:pPr>
            <a:r>
              <a:rPr sz="1275" b="0" i="0">
                <a:solidFill>
                  <a:srgbClr val="061A45"/>
                </a:solidFill>
              </a:rPr>
              <a:t>Execution may happen in a client harness, host runtime, MCP server, or provider-hosted tool, but not inside the model.</a:t>
            </a:r>
          </a:p>
        </p:txBody>
      </p:sp>
      <p:sp>
        <p:nvSpPr>
          <p:cNvPr id="45" name="">
            <a:extLst xmlns:a="http://schemas.openxmlformats.org/drawingml/2006/main">
              <a:ext uri="{FF2B5EF4-FFF2-40B4-BE49-F238E27FC236}">
                <a16:creationId xmlns:a16="http://schemas.microsoft.com/office/drawing/2014/main" id="{6322E72D-8D77-43ED-9AD6-790B6B5ABB2E}"/>
              </a:ext>
            </a:extLst>
          </p:cNvPr>
          <p:cNvSpPr>
            <a:spLocks xmlns:a="http://schemas.openxmlformats.org/drawingml/2006/main" noGrp="1"/>
          </p:cNvSpPr>
          <p:nvPr/>
        </p:nvSpPr>
        <p:spPr>
          <a:xfrm xmlns:a="http://schemas.openxmlformats.org/drawingml/2006/main">
            <a:off x="1638300" y="5772150"/>
            <a:ext cx="8915400" cy="400050"/>
          </a:xfrm>
          <a:prstGeom xmlns:a="http://schemas.openxmlformats.org/drawingml/2006/main" prst="roundRect">
            <a:avLst>
              <a:gd name="adj" fmla="val 19048"/>
            </a:avLst>
          </a:prstGeom>
          <a:solidFill xmlns:a="http://schemas.openxmlformats.org/drawingml/2006/main">
            <a:srgbClr val="F8FBFF"/>
          </a:solidFill>
          <a:ln xmlns:a="http://schemas.openxmlformats.org/drawingml/2006/main" w="10478">
            <a:solidFill>
              <a:srgbClr val="004AAD"/>
            </a:solidFill>
            <a:prstDash val="solid"/>
          </a:ln>
        </p:spPr>
      </p:sp>
      <p:sp>
        <p:nvSpPr>
          <p:cNvPr id="46" name="">
            <a:extLst xmlns:a="http://schemas.openxmlformats.org/drawingml/2006/main">
              <a:ext uri="{FF2B5EF4-FFF2-40B4-BE49-F238E27FC236}">
                <a16:creationId xmlns:a16="http://schemas.microsoft.com/office/drawing/2014/main" id="{590AC69A-85B7-4D7C-8910-36ECD1376AC7}"/>
              </a:ext>
            </a:extLst>
          </p:cNvPr>
          <p:cNvSpPr>
            <a:spLocks xmlns:a="http://schemas.openxmlformats.org/drawingml/2006/main" noGrp="1"/>
          </p:cNvSpPr>
          <p:nvPr/>
        </p:nvSpPr>
        <p:spPr>
          <a:xfrm xmlns:a="http://schemas.openxmlformats.org/drawingml/2006/main">
            <a:off x="2095500" y="5876925"/>
            <a:ext cx="8001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i="0">
                <a:solidFill>
                  <a:srgbClr val="061A45"/>
                </a:solidFill>
              </a:defRPr>
            </a:pPr>
            <a:r>
              <a:rPr sz="1275" b="1" i="0">
                <a:solidFill>
                  <a:srgbClr val="061A45"/>
                </a:solidFill>
              </a:rPr>
              <a:t>A model may produce zero, one, or multiple tool calls. The harness must handle all three.</a:t>
            </a:r>
          </a:p>
        </p:txBody>
      </p:sp>
    </p:spTree>
    <p:extLst>
      <p:ext uri="{BB962C8B-B14F-4D97-AF65-F5344CB8AC3E}">
        <p14:creationId xmlns:p14="http://schemas.microsoft.com/office/powerpoint/2010/main" val="6042931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847A875-D63E-4E8A-AB1C-76D97A3703CD}"/>
              </a:ext>
            </a:extLst>
          </p:cNvPr>
          <p:cNvSpPr>
            <a:spLocks xmlns:a="http://schemas.openxmlformats.org/drawingml/2006/main" noGrp="1"/>
          </p:cNvSpPr>
          <p:nvPr/>
        </p:nvSpPr>
        <p:spPr>
          <a:xfrm xmlns:a="http://schemas.openxmlformats.org/drawingml/2006/main">
            <a:off x="457200" y="2667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61A45"/>
                </a:solidFill>
              </a:defRPr>
            </a:pPr>
            <a:r>
              <a:rPr sz="2850" b="1" i="0">
                <a:solidFill>
                  <a:srgbClr val="061A45"/>
                </a:solidFill>
              </a:rPr>
              <a:t>Harness Engineering Turns Prompts Into Systems</a:t>
            </a:r>
          </a:p>
        </p:txBody>
      </p:sp>
      <p:sp>
        <p:nvSpPr>
          <p:cNvPr id="2" name="">
            <a:extLst xmlns:a="http://schemas.openxmlformats.org/drawingml/2006/main">
              <a:ext uri="{FF2B5EF4-FFF2-40B4-BE49-F238E27FC236}">
                <a16:creationId xmlns:a16="http://schemas.microsoft.com/office/drawing/2014/main" id="{3B01287C-276A-4720-B4C8-95D73A64A949}"/>
              </a:ext>
            </a:extLst>
          </p:cNvPr>
          <p:cNvSpPr>
            <a:spLocks xmlns:a="http://schemas.openxmlformats.org/drawingml/2006/main" noGrp="1"/>
          </p:cNvSpPr>
          <p:nvPr/>
        </p:nvSpPr>
        <p:spPr>
          <a:xfrm xmlns:a="http://schemas.openxmlformats.org/drawingml/2006/main">
            <a:off x="2095500" y="8382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1">
                <a:solidFill>
                  <a:srgbClr val="004AAD"/>
                </a:solidFill>
              </a:defRPr>
            </a:pPr>
            <a:r>
              <a:rPr sz="1500" b="0" i="1">
                <a:solidFill>
                  <a:srgbClr val="004AAD"/>
                </a:solidFill>
              </a:rPr>
              <a:t>A prompt controls one message. A harness controls the interaction system.</a:t>
            </a:r>
          </a:p>
        </p:txBody>
      </p:sp>
      <p:sp>
        <p:nvSpPr>
          <p:cNvPr id="3" name="">
            <a:extLst xmlns:a="http://schemas.openxmlformats.org/drawingml/2006/main">
              <a:ext uri="{FF2B5EF4-FFF2-40B4-BE49-F238E27FC236}">
                <a16:creationId xmlns:a16="http://schemas.microsoft.com/office/drawing/2014/main" id="{F7D066E9-CB90-4698-9F6C-66D8B6A643D6}"/>
              </a:ext>
            </a:extLst>
          </p:cNvPr>
          <p:cNvSpPr>
            <a:spLocks xmlns:a="http://schemas.openxmlformats.org/drawingml/2006/main" noGrp="1"/>
          </p:cNvSpPr>
          <p:nvPr/>
        </p:nvSpPr>
        <p:spPr>
          <a:xfrm xmlns:a="http://schemas.openxmlformats.org/drawingml/2006/main">
            <a:off x="457200" y="1162050"/>
            <a:ext cx="11277600" cy="0"/>
          </a:xfrm>
          <a:prstGeom xmlns:a="http://schemas.openxmlformats.org/drawingml/2006/main" prst="line">
            <a:avLst/>
          </a:prstGeom>
          <a:ln xmlns:a="http://schemas.openxmlformats.org/drawingml/2006/main" w="19050">
            <a:solidFill>
              <a:srgbClr val="004AAD"/>
            </a:solidFill>
            <a:prstDash val="solid"/>
          </a:ln>
        </p:spPr>
      </p:sp>
      <p:sp>
        <p:nvSpPr>
          <p:cNvPr id="4" name="">
            <a:extLst xmlns:a="http://schemas.openxmlformats.org/drawingml/2006/main">
              <a:ext uri="{FF2B5EF4-FFF2-40B4-BE49-F238E27FC236}">
                <a16:creationId xmlns:a16="http://schemas.microsoft.com/office/drawing/2014/main" id="{32C1CE82-8E48-4D85-8F7D-6CC78965FA55}"/>
              </a:ext>
            </a:extLst>
          </p:cNvPr>
          <p:cNvSpPr>
            <a:spLocks xmlns:a="http://schemas.openxmlformats.org/drawingml/2006/main" noGrp="1"/>
          </p:cNvSpPr>
          <p:nvPr/>
        </p:nvSpPr>
        <p:spPr>
          <a:xfrm xmlns:a="http://schemas.openxmlformats.org/drawingml/2006/main">
            <a:off x="4857750" y="1581150"/>
            <a:ext cx="2476500" cy="495300"/>
          </a:xfrm>
          <a:prstGeom xmlns:a="http://schemas.openxmlformats.org/drawingml/2006/main" prst="roundRect">
            <a:avLst>
              <a:gd name="adj" fmla="val 11538"/>
            </a:avLst>
          </a:prstGeom>
          <a:solidFill xmlns:a="http://schemas.openxmlformats.org/drawingml/2006/main">
            <a:srgbClr val="F8FBFF"/>
          </a:solidFill>
          <a:ln xmlns:a="http://schemas.openxmlformats.org/drawingml/2006/main" w="10478">
            <a:solidFill>
              <a:srgbClr val="B9D4F6"/>
            </a:solidFill>
            <a:prstDash val="solid"/>
          </a:ln>
        </p:spPr>
      </p:sp>
      <p:sp>
        <p:nvSpPr>
          <p:cNvPr id="5" name="">
            <a:extLst xmlns:a="http://schemas.openxmlformats.org/drawingml/2006/main">
              <a:ext uri="{FF2B5EF4-FFF2-40B4-BE49-F238E27FC236}">
                <a16:creationId xmlns:a16="http://schemas.microsoft.com/office/drawing/2014/main" id="{A768FCBD-163E-411C-8484-668016306A6A}"/>
              </a:ext>
            </a:extLst>
          </p:cNvPr>
          <p:cNvSpPr>
            <a:spLocks xmlns:a="http://schemas.openxmlformats.org/drawingml/2006/main" noGrp="1"/>
          </p:cNvSpPr>
          <p:nvPr/>
        </p:nvSpPr>
        <p:spPr>
          <a:xfrm xmlns:a="http://schemas.openxmlformats.org/drawingml/2006/main">
            <a:off x="5086350" y="1657350"/>
            <a:ext cx="2190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61A45"/>
                </a:solidFill>
              </a:defRPr>
            </a:pPr>
            <a:r>
              <a:rPr sz="1275" b="1" i="0">
                <a:solidFill>
                  <a:srgbClr val="061A45"/>
                </a:solidFill>
              </a:rPr>
              <a:t>Prompt</a:t>
            </a:r>
          </a:p>
        </p:txBody>
      </p:sp>
      <p:sp>
        <p:nvSpPr>
          <p:cNvPr id="6" name="">
            <a:extLst xmlns:a="http://schemas.openxmlformats.org/drawingml/2006/main">
              <a:ext uri="{FF2B5EF4-FFF2-40B4-BE49-F238E27FC236}">
                <a16:creationId xmlns:a16="http://schemas.microsoft.com/office/drawing/2014/main" id="{509F00C0-70E2-4473-9709-E8AC75607965}"/>
              </a:ext>
            </a:extLst>
          </p:cNvPr>
          <p:cNvSpPr>
            <a:spLocks xmlns:a="http://schemas.openxmlformats.org/drawingml/2006/main" noGrp="1"/>
          </p:cNvSpPr>
          <p:nvPr/>
        </p:nvSpPr>
        <p:spPr>
          <a:xfrm xmlns:a="http://schemas.openxmlformats.org/drawingml/2006/main">
            <a:off x="7524750" y="16764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single request</a:t>
            </a:r>
          </a:p>
        </p:txBody>
      </p:sp>
      <p:sp>
        <p:nvSpPr>
          <p:cNvPr id="7" name="">
            <a:extLst xmlns:a="http://schemas.openxmlformats.org/drawingml/2006/main">
              <a:ext uri="{FF2B5EF4-FFF2-40B4-BE49-F238E27FC236}">
                <a16:creationId xmlns:a16="http://schemas.microsoft.com/office/drawing/2014/main" id="{0D149A94-B008-426C-800C-C84EA6A4D3E3}"/>
              </a:ext>
            </a:extLst>
          </p:cNvPr>
          <p:cNvSpPr>
            <a:spLocks xmlns:a="http://schemas.openxmlformats.org/drawingml/2006/main" noGrp="1"/>
          </p:cNvSpPr>
          <p:nvPr/>
        </p:nvSpPr>
        <p:spPr>
          <a:xfrm xmlns:a="http://schemas.openxmlformats.org/drawingml/2006/main">
            <a:off x="4324350" y="2247900"/>
            <a:ext cx="3571875" cy="495300"/>
          </a:xfrm>
          <a:prstGeom xmlns:a="http://schemas.openxmlformats.org/drawingml/2006/main" prst="roundRect">
            <a:avLst>
              <a:gd name="adj" fmla="val 11538"/>
            </a:avLst>
          </a:prstGeom>
          <a:solidFill xmlns:a="http://schemas.openxmlformats.org/drawingml/2006/main">
            <a:srgbClr val="F8FBFF"/>
          </a:solidFill>
          <a:ln xmlns:a="http://schemas.openxmlformats.org/drawingml/2006/main" w="10478">
            <a:solidFill>
              <a:srgbClr val="B9D4F6"/>
            </a:solidFill>
            <a:prstDash val="solid"/>
          </a:ln>
        </p:spPr>
      </p:sp>
      <p:sp>
        <p:nvSpPr>
          <p:cNvPr id="8" name="">
            <a:extLst xmlns:a="http://schemas.openxmlformats.org/drawingml/2006/main">
              <a:ext uri="{FF2B5EF4-FFF2-40B4-BE49-F238E27FC236}">
                <a16:creationId xmlns:a16="http://schemas.microsoft.com/office/drawing/2014/main" id="{738261E2-D82B-452A-99BA-A3D0F84AC36E}"/>
              </a:ext>
            </a:extLst>
          </p:cNvPr>
          <p:cNvSpPr>
            <a:spLocks xmlns:a="http://schemas.openxmlformats.org/drawingml/2006/main" noGrp="1"/>
          </p:cNvSpPr>
          <p:nvPr/>
        </p:nvSpPr>
        <p:spPr>
          <a:xfrm xmlns:a="http://schemas.openxmlformats.org/drawingml/2006/main">
            <a:off x="4552950" y="2324100"/>
            <a:ext cx="2190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61A45"/>
                </a:solidFill>
              </a:defRPr>
            </a:pPr>
            <a:r>
              <a:rPr sz="1275" b="1" i="0">
                <a:solidFill>
                  <a:srgbClr val="061A45"/>
                </a:solidFill>
              </a:rPr>
              <a:t>Prompt template</a:t>
            </a:r>
          </a:p>
        </p:txBody>
      </p:sp>
      <p:sp>
        <p:nvSpPr>
          <p:cNvPr id="9" name="">
            <a:extLst xmlns:a="http://schemas.openxmlformats.org/drawingml/2006/main">
              <a:ext uri="{FF2B5EF4-FFF2-40B4-BE49-F238E27FC236}">
                <a16:creationId xmlns:a16="http://schemas.microsoft.com/office/drawing/2014/main" id="{0FAFE87D-2F12-45C5-929C-FEB0DD9BA7AC}"/>
              </a:ext>
            </a:extLst>
          </p:cNvPr>
          <p:cNvSpPr>
            <a:spLocks xmlns:a="http://schemas.openxmlformats.org/drawingml/2006/main" noGrp="1"/>
          </p:cNvSpPr>
          <p:nvPr/>
        </p:nvSpPr>
        <p:spPr>
          <a:xfrm xmlns:a="http://schemas.openxmlformats.org/drawingml/2006/main">
            <a:off x="6991350" y="234315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repeatable wording</a:t>
            </a:r>
          </a:p>
        </p:txBody>
      </p:sp>
      <p:sp>
        <p:nvSpPr>
          <p:cNvPr id="10" name="">
            <a:extLst xmlns:a="http://schemas.openxmlformats.org/drawingml/2006/main">
              <a:ext uri="{FF2B5EF4-FFF2-40B4-BE49-F238E27FC236}">
                <a16:creationId xmlns:a16="http://schemas.microsoft.com/office/drawing/2014/main" id="{EDF21704-3BAD-4DA6-910D-25FED806DB61}"/>
              </a:ext>
            </a:extLst>
          </p:cNvPr>
          <p:cNvSpPr>
            <a:spLocks xmlns:a="http://schemas.openxmlformats.org/drawingml/2006/main" noGrp="1"/>
          </p:cNvSpPr>
          <p:nvPr/>
        </p:nvSpPr>
        <p:spPr>
          <a:xfrm xmlns:a="http://schemas.openxmlformats.org/drawingml/2006/main">
            <a:off x="3790950" y="2914650"/>
            <a:ext cx="4667250" cy="495300"/>
          </a:xfrm>
          <a:prstGeom xmlns:a="http://schemas.openxmlformats.org/drawingml/2006/main" prst="roundRect">
            <a:avLst>
              <a:gd name="adj" fmla="val 11538"/>
            </a:avLst>
          </a:prstGeom>
          <a:solidFill xmlns:a="http://schemas.openxmlformats.org/drawingml/2006/main">
            <a:srgbClr val="F8FBFF"/>
          </a:solidFill>
          <a:ln xmlns:a="http://schemas.openxmlformats.org/drawingml/2006/main" w="10478">
            <a:solidFill>
              <a:srgbClr val="B9D4F6"/>
            </a:solidFill>
            <a:prstDash val="solid"/>
          </a:ln>
        </p:spPr>
      </p:sp>
      <p:sp>
        <p:nvSpPr>
          <p:cNvPr id="11" name="">
            <a:extLst xmlns:a="http://schemas.openxmlformats.org/drawingml/2006/main">
              <a:ext uri="{FF2B5EF4-FFF2-40B4-BE49-F238E27FC236}">
                <a16:creationId xmlns:a16="http://schemas.microsoft.com/office/drawing/2014/main" id="{6F743DD3-D4C7-41FD-831F-E4B36A50CD66}"/>
              </a:ext>
            </a:extLst>
          </p:cNvPr>
          <p:cNvSpPr>
            <a:spLocks xmlns:a="http://schemas.openxmlformats.org/drawingml/2006/main" noGrp="1"/>
          </p:cNvSpPr>
          <p:nvPr/>
        </p:nvSpPr>
        <p:spPr>
          <a:xfrm xmlns:a="http://schemas.openxmlformats.org/drawingml/2006/main">
            <a:off x="4019550" y="2990850"/>
            <a:ext cx="2190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61A45"/>
                </a:solidFill>
              </a:defRPr>
            </a:pPr>
            <a:r>
              <a:rPr sz="1275" b="1" i="0">
                <a:solidFill>
                  <a:srgbClr val="061A45"/>
                </a:solidFill>
              </a:rPr>
              <a:t>Custom agent</a:t>
            </a:r>
          </a:p>
        </p:txBody>
      </p:sp>
      <p:sp>
        <p:nvSpPr>
          <p:cNvPr id="12" name="">
            <a:extLst xmlns:a="http://schemas.openxmlformats.org/drawingml/2006/main">
              <a:ext uri="{FF2B5EF4-FFF2-40B4-BE49-F238E27FC236}">
                <a16:creationId xmlns:a16="http://schemas.microsoft.com/office/drawing/2014/main" id="{E97CC435-E9DA-4DDF-AC23-FCC3C16A0CDB}"/>
              </a:ext>
            </a:extLst>
          </p:cNvPr>
          <p:cNvSpPr>
            <a:spLocks xmlns:a="http://schemas.openxmlformats.org/drawingml/2006/main" noGrp="1"/>
          </p:cNvSpPr>
          <p:nvPr/>
        </p:nvSpPr>
        <p:spPr>
          <a:xfrm xmlns:a="http://schemas.openxmlformats.org/drawingml/2006/main">
            <a:off x="6457950" y="3009900"/>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fixed role and tool environment</a:t>
            </a:r>
          </a:p>
        </p:txBody>
      </p:sp>
      <p:sp>
        <p:nvSpPr>
          <p:cNvPr id="13" name="">
            <a:extLst xmlns:a="http://schemas.openxmlformats.org/drawingml/2006/main">
              <a:ext uri="{FF2B5EF4-FFF2-40B4-BE49-F238E27FC236}">
                <a16:creationId xmlns:a16="http://schemas.microsoft.com/office/drawing/2014/main" id="{5A58DDB5-FAD5-47B9-985E-4D81912232DD}"/>
              </a:ext>
            </a:extLst>
          </p:cNvPr>
          <p:cNvSpPr>
            <a:spLocks xmlns:a="http://schemas.openxmlformats.org/drawingml/2006/main" noGrp="1"/>
          </p:cNvSpPr>
          <p:nvPr/>
        </p:nvSpPr>
        <p:spPr>
          <a:xfrm xmlns:a="http://schemas.openxmlformats.org/drawingml/2006/main">
            <a:off x="3257550" y="3581400"/>
            <a:ext cx="5762625" cy="495300"/>
          </a:xfrm>
          <a:prstGeom xmlns:a="http://schemas.openxmlformats.org/drawingml/2006/main" prst="roundRect">
            <a:avLst>
              <a:gd name="adj" fmla="val 11538"/>
            </a:avLst>
          </a:prstGeom>
          <a:solidFill xmlns:a="http://schemas.openxmlformats.org/drawingml/2006/main">
            <a:srgbClr val="EEF6FF"/>
          </a:solidFill>
          <a:ln xmlns:a="http://schemas.openxmlformats.org/drawingml/2006/main" w="10478">
            <a:solidFill>
              <a:srgbClr val="004AAD"/>
            </a:solidFill>
            <a:prstDash val="solid"/>
          </a:ln>
        </p:spPr>
      </p:sp>
      <p:sp>
        <p:nvSpPr>
          <p:cNvPr id="14" name="">
            <a:extLst xmlns:a="http://schemas.openxmlformats.org/drawingml/2006/main">
              <a:ext uri="{FF2B5EF4-FFF2-40B4-BE49-F238E27FC236}">
                <a16:creationId xmlns:a16="http://schemas.microsoft.com/office/drawing/2014/main" id="{1E7D5F8C-2658-41FC-9B22-6F0FEF548BB3}"/>
              </a:ext>
            </a:extLst>
          </p:cNvPr>
          <p:cNvSpPr>
            <a:spLocks xmlns:a="http://schemas.openxmlformats.org/drawingml/2006/main" noGrp="1"/>
          </p:cNvSpPr>
          <p:nvPr/>
        </p:nvSpPr>
        <p:spPr>
          <a:xfrm xmlns:a="http://schemas.openxmlformats.org/drawingml/2006/main">
            <a:off x="3486150" y="3657600"/>
            <a:ext cx="2190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04AAD"/>
                </a:solidFill>
              </a:defRPr>
            </a:pPr>
            <a:r>
              <a:rPr sz="1275" b="1" i="0">
                <a:solidFill>
                  <a:srgbClr val="004AAD"/>
                </a:solidFill>
              </a:rPr>
              <a:t>Harness</a:t>
            </a:r>
          </a:p>
        </p:txBody>
      </p:sp>
      <p:sp>
        <p:nvSpPr>
          <p:cNvPr id="15" name="">
            <a:extLst xmlns:a="http://schemas.openxmlformats.org/drawingml/2006/main">
              <a:ext uri="{FF2B5EF4-FFF2-40B4-BE49-F238E27FC236}">
                <a16:creationId xmlns:a16="http://schemas.microsoft.com/office/drawing/2014/main" id="{39F7E81D-ED65-4AC0-8239-45291BE5C569}"/>
              </a:ext>
            </a:extLst>
          </p:cNvPr>
          <p:cNvSpPr>
            <a:spLocks xmlns:a="http://schemas.openxmlformats.org/drawingml/2006/main" noGrp="1"/>
          </p:cNvSpPr>
          <p:nvPr/>
        </p:nvSpPr>
        <p:spPr>
          <a:xfrm xmlns:a="http://schemas.openxmlformats.org/drawingml/2006/main">
            <a:off x="5924550" y="3676650"/>
            <a:ext cx="2809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context, tools, permission, loop</a:t>
            </a:r>
          </a:p>
        </p:txBody>
      </p:sp>
      <p:sp>
        <p:nvSpPr>
          <p:cNvPr id="16" name="">
            <a:extLst xmlns:a="http://schemas.openxmlformats.org/drawingml/2006/main">
              <a:ext uri="{FF2B5EF4-FFF2-40B4-BE49-F238E27FC236}">
                <a16:creationId xmlns:a16="http://schemas.microsoft.com/office/drawing/2014/main" id="{0964F577-F2DC-4FC7-8611-9FA96701513E}"/>
              </a:ext>
            </a:extLst>
          </p:cNvPr>
          <p:cNvSpPr>
            <a:spLocks xmlns:a="http://schemas.openxmlformats.org/drawingml/2006/main" noGrp="1"/>
          </p:cNvSpPr>
          <p:nvPr/>
        </p:nvSpPr>
        <p:spPr>
          <a:xfrm xmlns:a="http://schemas.openxmlformats.org/drawingml/2006/main">
            <a:off x="2724150" y="4248150"/>
            <a:ext cx="6858000" cy="495300"/>
          </a:xfrm>
          <a:prstGeom xmlns:a="http://schemas.openxmlformats.org/drawingml/2006/main" prst="roundRect">
            <a:avLst>
              <a:gd name="adj" fmla="val 11538"/>
            </a:avLst>
          </a:prstGeom>
          <a:solidFill xmlns:a="http://schemas.openxmlformats.org/drawingml/2006/main">
            <a:srgbClr val="F8FBFF"/>
          </a:solidFill>
          <a:ln xmlns:a="http://schemas.openxmlformats.org/drawingml/2006/main" w="10478">
            <a:solidFill>
              <a:srgbClr val="B9D4F6"/>
            </a:solidFill>
            <a:prstDash val="solid"/>
          </a:ln>
        </p:spPr>
      </p:sp>
      <p:sp>
        <p:nvSpPr>
          <p:cNvPr id="17" name="">
            <a:extLst xmlns:a="http://schemas.openxmlformats.org/drawingml/2006/main">
              <a:ext uri="{FF2B5EF4-FFF2-40B4-BE49-F238E27FC236}">
                <a16:creationId xmlns:a16="http://schemas.microsoft.com/office/drawing/2014/main" id="{73CB29BB-A86A-4718-934C-01E810CAC374}"/>
              </a:ext>
            </a:extLst>
          </p:cNvPr>
          <p:cNvSpPr>
            <a:spLocks xmlns:a="http://schemas.openxmlformats.org/drawingml/2006/main" noGrp="1"/>
          </p:cNvSpPr>
          <p:nvPr/>
        </p:nvSpPr>
        <p:spPr>
          <a:xfrm xmlns:a="http://schemas.openxmlformats.org/drawingml/2006/main">
            <a:off x="2952750" y="4324350"/>
            <a:ext cx="2190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i="0">
                <a:solidFill>
                  <a:srgbClr val="061A45"/>
                </a:solidFill>
              </a:defRPr>
            </a:pPr>
            <a:r>
              <a:rPr sz="1275" b="1" i="0">
                <a:solidFill>
                  <a:srgbClr val="061A45"/>
                </a:solidFill>
              </a:rPr>
              <a:t>Workflow system</a:t>
            </a:r>
          </a:p>
        </p:txBody>
      </p:sp>
      <p:sp>
        <p:nvSpPr>
          <p:cNvPr id="18" name="">
            <a:extLst xmlns:a="http://schemas.openxmlformats.org/drawingml/2006/main">
              <a:ext uri="{FF2B5EF4-FFF2-40B4-BE49-F238E27FC236}">
                <a16:creationId xmlns:a16="http://schemas.microsoft.com/office/drawing/2014/main" id="{2194EDF7-03CF-40E2-AA60-721EB6F30501}"/>
              </a:ext>
            </a:extLst>
          </p:cNvPr>
          <p:cNvSpPr>
            <a:spLocks xmlns:a="http://schemas.openxmlformats.org/drawingml/2006/main" noGrp="1"/>
          </p:cNvSpPr>
          <p:nvPr/>
        </p:nvSpPr>
        <p:spPr>
          <a:xfrm xmlns:a="http://schemas.openxmlformats.org/drawingml/2006/main">
            <a:off x="5391150" y="4343400"/>
            <a:ext cx="3905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061A45"/>
                </a:solidFill>
              </a:defRPr>
            </a:pPr>
            <a:r>
              <a:rPr sz="1125" b="0" i="0">
                <a:solidFill>
                  <a:srgbClr val="061A45"/>
                </a:solidFill>
              </a:rPr>
              <a:t>multi-step and multi-agent orchestration</a:t>
            </a:r>
          </a:p>
        </p:txBody>
      </p:sp>
      <p:sp>
        <p:nvSpPr>
          <p:cNvPr id="19" name="">
            <a:extLst xmlns:a="http://schemas.openxmlformats.org/drawingml/2006/main">
              <a:ext uri="{FF2B5EF4-FFF2-40B4-BE49-F238E27FC236}">
                <a16:creationId xmlns:a16="http://schemas.microsoft.com/office/drawing/2014/main" id="{D1D9BAA4-0E0C-4A0B-8885-8ED573F4658E}"/>
              </a:ext>
            </a:extLst>
          </p:cNvPr>
          <p:cNvSpPr>
            <a:spLocks xmlns:a="http://schemas.openxmlformats.org/drawingml/2006/main" noGrp="1"/>
          </p:cNvSpPr>
          <p:nvPr/>
        </p:nvSpPr>
        <p:spPr>
          <a:xfrm xmlns:a="http://schemas.openxmlformats.org/drawingml/2006/main">
            <a:off x="781050" y="5048250"/>
            <a:ext cx="4800600" cy="876300"/>
          </a:xfrm>
          <a:prstGeom xmlns:a="http://schemas.openxmlformats.org/drawingml/2006/main" prst="roundRect">
            <a:avLst>
              <a:gd name="adj" fmla="val 8696"/>
            </a:avLst>
          </a:prstGeom>
          <a:solidFill xmlns:a="http://schemas.openxmlformats.org/drawingml/2006/main">
            <a:srgbClr val="FFF7DF"/>
          </a:solidFill>
          <a:ln xmlns:a="http://schemas.openxmlformats.org/drawingml/2006/main" w="10478">
            <a:solidFill>
              <a:srgbClr val="F0D891"/>
            </a:solidFill>
            <a:prstDash val="solid"/>
          </a:ln>
        </p:spPr>
      </p:sp>
      <p:sp>
        <p:nvSpPr>
          <p:cNvPr id="20" name="">
            <a:extLst xmlns:a="http://schemas.openxmlformats.org/drawingml/2006/main">
              <a:ext uri="{FF2B5EF4-FFF2-40B4-BE49-F238E27FC236}">
                <a16:creationId xmlns:a16="http://schemas.microsoft.com/office/drawing/2014/main" id="{EF871AF0-A63C-48A7-9A68-59694A74703C}"/>
              </a:ext>
            </a:extLst>
          </p:cNvPr>
          <p:cNvSpPr>
            <a:spLocks xmlns:a="http://schemas.openxmlformats.org/drawingml/2006/main" noGrp="1"/>
          </p:cNvSpPr>
          <p:nvPr/>
        </p:nvSpPr>
        <p:spPr>
          <a:xfrm xmlns:a="http://schemas.openxmlformats.org/drawingml/2006/main">
            <a:off x="1181100" y="527685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D88A00"/>
                </a:solidFill>
              </a:defRPr>
            </a:pPr>
            <a:r>
              <a:rPr sz="1575" b="1" i="0">
                <a:solidFill>
                  <a:srgbClr val="D88A00"/>
                </a:solidFill>
              </a:rPr>
              <a:t>Lesson 2.1</a:t>
            </a:r>
          </a:p>
        </p:txBody>
      </p:sp>
      <p:sp>
        <p:nvSpPr>
          <p:cNvPr id="21" name="">
            <a:extLst xmlns:a="http://schemas.openxmlformats.org/drawingml/2006/main">
              <a:ext uri="{FF2B5EF4-FFF2-40B4-BE49-F238E27FC236}">
                <a16:creationId xmlns:a16="http://schemas.microsoft.com/office/drawing/2014/main" id="{A12CCF8B-52C4-41FF-9B18-6B7ADDC03D60}"/>
              </a:ext>
            </a:extLst>
          </p:cNvPr>
          <p:cNvSpPr>
            <a:spLocks xmlns:a="http://schemas.openxmlformats.org/drawingml/2006/main" noGrp="1"/>
          </p:cNvSpPr>
          <p:nvPr/>
        </p:nvSpPr>
        <p:spPr>
          <a:xfrm xmlns:a="http://schemas.openxmlformats.org/drawingml/2006/main">
            <a:off x="2781300" y="5276850"/>
            <a:ext cx="238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i="0">
                <a:solidFill>
                  <a:srgbClr val="061A45"/>
                </a:solidFill>
              </a:defRPr>
            </a:pPr>
            <a:r>
              <a:rPr sz="1275" b="0" i="0">
                <a:solidFill>
                  <a:srgbClr val="061A45"/>
                </a:solidFill>
              </a:rPr>
              <a:t>Advanced add-on: runtime objects and executable contracts.</a:t>
            </a:r>
          </a:p>
        </p:txBody>
      </p:sp>
      <p:sp>
        <p:nvSpPr>
          <p:cNvPr id="22" name="">
            <a:extLst xmlns:a="http://schemas.openxmlformats.org/drawingml/2006/main">
              <a:ext uri="{FF2B5EF4-FFF2-40B4-BE49-F238E27FC236}">
                <a16:creationId xmlns:a16="http://schemas.microsoft.com/office/drawing/2014/main" id="{E7617E3C-757E-4BC8-B653-75D640AFAC64}"/>
              </a:ext>
            </a:extLst>
          </p:cNvPr>
          <p:cNvSpPr>
            <a:spLocks xmlns:a="http://schemas.openxmlformats.org/drawingml/2006/main" noGrp="1"/>
          </p:cNvSpPr>
          <p:nvPr/>
        </p:nvSpPr>
        <p:spPr>
          <a:xfrm xmlns:a="http://schemas.openxmlformats.org/drawingml/2006/main">
            <a:off x="6610350" y="5048250"/>
            <a:ext cx="4800600" cy="876300"/>
          </a:xfrm>
          <a:prstGeom xmlns:a="http://schemas.openxmlformats.org/drawingml/2006/main" prst="roundRect">
            <a:avLst>
              <a:gd name="adj" fmla="val 8696"/>
            </a:avLst>
          </a:prstGeom>
          <a:solidFill xmlns:a="http://schemas.openxmlformats.org/drawingml/2006/main">
            <a:srgbClr val="EEF6FF"/>
          </a:solidFill>
          <a:ln xmlns:a="http://schemas.openxmlformats.org/drawingml/2006/main" w="10478">
            <a:solidFill>
              <a:srgbClr val="138A43"/>
            </a:solidFill>
            <a:prstDash val="solid"/>
          </a:ln>
        </p:spPr>
      </p:sp>
      <p:sp>
        <p:nvSpPr>
          <p:cNvPr id="23" name="">
            <a:extLst xmlns:a="http://schemas.openxmlformats.org/drawingml/2006/main">
              <a:ext uri="{FF2B5EF4-FFF2-40B4-BE49-F238E27FC236}">
                <a16:creationId xmlns:a16="http://schemas.microsoft.com/office/drawing/2014/main" id="{F7D49BB7-25EA-4264-8B28-0DE080091BC1}"/>
              </a:ext>
            </a:extLst>
          </p:cNvPr>
          <p:cNvSpPr>
            <a:spLocks xmlns:a="http://schemas.openxmlformats.org/drawingml/2006/main" noGrp="1"/>
          </p:cNvSpPr>
          <p:nvPr/>
        </p:nvSpPr>
        <p:spPr>
          <a:xfrm xmlns:a="http://schemas.openxmlformats.org/drawingml/2006/main">
            <a:off x="7010400" y="527685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138A43"/>
                </a:solidFill>
              </a:defRPr>
            </a:pPr>
            <a:r>
              <a:rPr sz="1575" b="1" i="0">
                <a:solidFill>
                  <a:srgbClr val="138A43"/>
                </a:solidFill>
              </a:rPr>
              <a:t>Lesson 3</a:t>
            </a:r>
          </a:p>
        </p:txBody>
      </p:sp>
      <p:sp>
        <p:nvSpPr>
          <p:cNvPr id="24" name="">
            <a:extLst xmlns:a="http://schemas.openxmlformats.org/drawingml/2006/main">
              <a:ext uri="{FF2B5EF4-FFF2-40B4-BE49-F238E27FC236}">
                <a16:creationId xmlns:a16="http://schemas.microsoft.com/office/drawing/2014/main" id="{2D7450CA-5BE3-4165-B88C-60E0E0BBCC0F}"/>
              </a:ext>
            </a:extLst>
          </p:cNvPr>
          <p:cNvSpPr>
            <a:spLocks xmlns:a="http://schemas.openxmlformats.org/drawingml/2006/main" noGrp="1"/>
          </p:cNvSpPr>
          <p:nvPr/>
        </p:nvSpPr>
        <p:spPr>
          <a:xfrm xmlns:a="http://schemas.openxmlformats.org/drawingml/2006/main">
            <a:off x="8420100" y="5276850"/>
            <a:ext cx="2571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i="0">
                <a:solidFill>
                  <a:srgbClr val="061A45"/>
                </a:solidFill>
              </a:defRPr>
            </a:pPr>
            <a:r>
              <a:rPr sz="1275" b="0" i="0">
                <a:solidFill>
                  <a:srgbClr val="061A45"/>
                </a:solidFill>
              </a:rPr>
              <a:t>Next step: subagents, workflows, teammates, and loop coding.</a:t>
            </a:r>
          </a:p>
        </p:txBody>
      </p:sp>
    </p:spTree>
    <p:extLst>
      <p:ext uri="{BB962C8B-B14F-4D97-AF65-F5344CB8AC3E}">
        <p14:creationId xmlns:p14="http://schemas.microsoft.com/office/powerpoint/2010/main" val="18791647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2026-07-09T13:07:27.6140000Z</dcterms:created>
  <dcterms:modified xsi:type="dcterms:W3CDTF">2026-07-09T13:07:27.6140000Z</dcterms:modified>
</coreProperties>
</file>