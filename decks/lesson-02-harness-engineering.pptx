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7f4c4b8ade4395" /><Relationship Type="http://schemas.openxmlformats.org/officeDocument/2006/relationships/extended-properties" Target="/docProps/app.xml" Id="Rf59f5a316ecc4a8b" /><Relationship Type="http://schemas.openxmlformats.org/officeDocument/2006/relationships/officeDocument" Target="/ppt/presentation.xml" Id="Rf72768b625e74bf3" /></Relationships>
</file>

<file path=ppt/presentation.xml><?xml version="1.0" encoding="utf-8"?>
<p:presentation xmlns:p="http://schemas.openxmlformats.org/presentationml/2006/main">
  <p:sldMasterIdLst>
    <p:sldMasterId xmlns:r="http://schemas.openxmlformats.org/officeDocument/2006/relationships" id="2147483648" r:id="R8f2462e6e0f04319"/>
  </p:sldMasterIdLst>
  <p:notesMasterIdLst>
    <p:notesMasterId xmlns:r="http://schemas.openxmlformats.org/officeDocument/2006/relationships" r:id="R65c7f2c9861046c5"/>
  </p:notesMasterIdLst>
  <p:sldIdLst>
    <p:sldId xmlns:r="http://schemas.openxmlformats.org/officeDocument/2006/relationships" id="256" r:id="R23ab7838b43140b8"/>
    <p:sldId xmlns:r="http://schemas.openxmlformats.org/officeDocument/2006/relationships" id="257" r:id="Rce2e65717dea4eaa"/>
    <p:sldId xmlns:r="http://schemas.openxmlformats.org/officeDocument/2006/relationships" id="258" r:id="Ra340d79385384162"/>
    <p:sldId xmlns:r="http://schemas.openxmlformats.org/officeDocument/2006/relationships" id="259" r:id="R8bb24945650c4463"/>
    <p:sldId xmlns:r="http://schemas.openxmlformats.org/officeDocument/2006/relationships" id="260" r:id="R8ffa9638792048bd"/>
    <p:sldId xmlns:r="http://schemas.openxmlformats.org/officeDocument/2006/relationships" id="261" r:id="R45f4e5d6e1b8454d"/>
    <p:sldId xmlns:r="http://schemas.openxmlformats.org/officeDocument/2006/relationships" id="262" r:id="R63b22a716c524e31"/>
    <p:sldId xmlns:r="http://schemas.openxmlformats.org/officeDocument/2006/relationships" id="263" r:id="R74ddb14e59c74e7e"/>
    <p:sldId xmlns:r="http://schemas.openxmlformats.org/officeDocument/2006/relationships" id="264" r:id="R8f05e76709a24824"/>
    <p:sldId xmlns:r="http://schemas.openxmlformats.org/officeDocument/2006/relationships" id="265" r:id="Rd9648dc9864a457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fc724db2da4639" /><Relationship Type="http://schemas.openxmlformats.org/officeDocument/2006/relationships/slideMaster" Target="/ppt/slideMasters/slideMaster1.xml" Id="R8f2462e6e0f04319" /><Relationship Type="http://schemas.openxmlformats.org/officeDocument/2006/relationships/notesMaster" Target="/ppt/notesMasters/notesMaster1.xml" Id="R65c7f2c9861046c5" /><Relationship Type="http://schemas.openxmlformats.org/officeDocument/2006/relationships/presProps" Target="/ppt/presProps.xml" Id="R12f2b11ad8164af8" /><Relationship Type="http://schemas.openxmlformats.org/officeDocument/2006/relationships/tableStyles" Target="/ppt/tableStyles.xml" Id="R7819236a950c4ee3" /><Relationship Type="http://schemas.openxmlformats.org/officeDocument/2006/relationships/slide" Target="/ppt/slides/slide1.xml" Id="R23ab7838b43140b8" /><Relationship Type="http://schemas.openxmlformats.org/officeDocument/2006/relationships/slide" Target="/ppt/slides/slide2.xml" Id="Rce2e65717dea4eaa" /><Relationship Type="http://schemas.openxmlformats.org/officeDocument/2006/relationships/slide" Target="/ppt/slides/slide3.xml" Id="Ra340d79385384162" /><Relationship Type="http://schemas.openxmlformats.org/officeDocument/2006/relationships/slide" Target="/ppt/slides/slide4.xml" Id="R8bb24945650c4463" /><Relationship Type="http://schemas.openxmlformats.org/officeDocument/2006/relationships/slide" Target="/ppt/slides/slide5.xml" Id="R8ffa9638792048bd" /><Relationship Type="http://schemas.openxmlformats.org/officeDocument/2006/relationships/slide" Target="/ppt/slides/slide6.xml" Id="R45f4e5d6e1b8454d" /><Relationship Type="http://schemas.openxmlformats.org/officeDocument/2006/relationships/slide" Target="/ppt/slides/slide7.xml" Id="R63b22a716c524e31" /><Relationship Type="http://schemas.openxmlformats.org/officeDocument/2006/relationships/slide" Target="/ppt/slides/slide8.xml" Id="R74ddb14e59c74e7e" /><Relationship Type="http://schemas.openxmlformats.org/officeDocument/2006/relationships/slide" Target="/ppt/slides/slide9.xml" Id="R8f05e76709a24824" /><Relationship Type="http://schemas.openxmlformats.org/officeDocument/2006/relationships/slide" Target="/ppt/slides/slide10.xml" Id="Rd9648dc9864a45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ef5d34d91744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4b3708dc6c464b" /><Relationship Type="http://schemas.openxmlformats.org/officeDocument/2006/relationships/notesMaster" Target="/ppt/notesMasters/notesMaster1.xml" Id="Rd28d9c6dbaa642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fdde53a3c34187" /><Relationship Type="http://schemas.openxmlformats.org/officeDocument/2006/relationships/notesMaster" Target="/ppt/notesMasters/notesMaster1.xml" Id="Rac84d6e264fb42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0129229922470d" /><Relationship Type="http://schemas.openxmlformats.org/officeDocument/2006/relationships/notesMaster" Target="/ppt/notesMasters/notesMaster1.xml" Id="Rc0aa28eb65c741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ae84ba11e94128" /><Relationship Type="http://schemas.openxmlformats.org/officeDocument/2006/relationships/notesMaster" Target="/ppt/notesMasters/notesMaster1.xml" Id="Raf1410d84e1749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bd26588c9b4f14" /><Relationship Type="http://schemas.openxmlformats.org/officeDocument/2006/relationships/notesMaster" Target="/ppt/notesMasters/notesMaster1.xml" Id="Re7048c4804654e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4c896ab9e349f2" /><Relationship Type="http://schemas.openxmlformats.org/officeDocument/2006/relationships/notesMaster" Target="/ppt/notesMasters/notesMaster1.xml" Id="R0036649ad47948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da9c24262041a5" /><Relationship Type="http://schemas.openxmlformats.org/officeDocument/2006/relationships/notesMaster" Target="/ppt/notesMasters/notesMaster1.xml" Id="Rfb6730898d2e4c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127b0b7301445f" /><Relationship Type="http://schemas.openxmlformats.org/officeDocument/2006/relationships/notesMaster" Target="/ppt/notesMasters/notesMaster1.xml" Id="R9be5de18d29444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1037a647974d27" /><Relationship Type="http://schemas.openxmlformats.org/officeDocument/2006/relationships/notesMaster" Target="/ppt/notesMasters/notesMaster1.xml" Id="Rd1b1c2d7e2d34f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82cfe6959f4d84" /><Relationship Type="http://schemas.openxmlformats.org/officeDocument/2006/relationships/notesMaster" Target="/ppt/notesMasters/notesMaster1.xml" Id="R9afd038db6f945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Lesson 2 by connecting back to Lesson 1. A model reads and writes tokens, but a real product needs a harness to decide which instructions, tools, skills, and agent profiles enter the current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model from the harness. The model generates tokens from visible context. The harness decides what context to assemble, which tools are available, what permissions apply, and what happens after the model writes a structured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paper model. The harness prepares the paper, puts rules and tool definitions on it, sends it to the model, reads the model output, executes valid tool calls outside the model, and writes results back onto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responsibilities as a control surface. The harness is not just prompt glue. It is the layer that builds context, injects instructions, exposes tools, parses calls, validates risk, executes, records observations, and controls the loop.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user instructions as persistent preferences. They are useful for stable defaults, but should not hold secrets, large project documents, or fast-changing one-time task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a custom agent as a packaged custom prompt plus runtime profile. It is still one work environment unless the runtime starts it as a separate subagent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skills as dynamically loaded custom prompt packs. They are useful because not every possible checklist, example, and convention should be loaded into every context window.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Resolve prompt-loading strategies. One-off prompts, user instructions, skills, custom agent profiles, and subagents all extend the paper in different ways and with different context costs. A forked subagent may inherit the shared starting paper, but its paper evolves independently after the fork.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tool lifecycle precise. The model proposes a structured tool call. Execution happens outside the model, by a client harness, host runtime, MCP server, or provider-hosted tool. Schema constrains shape; permission and policy decide whether to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shift from writing longer prompts to designing how prompts and prompt-like objects are loaded. Skills protect the current context by loading only when relevant; subagents protect the main context by using a separate paper and returning a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570d43dfc545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c45b65dd814d30" /><Relationship Type="http://schemas.openxmlformats.org/officeDocument/2006/relationships/slideLayout" Target="/ppt/slideLayouts/slideLayout1.xml" Id="Ra757935eb2ff4b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57935eb2ff4b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ba91b029ff449f" /><Relationship Type="http://schemas.openxmlformats.org/officeDocument/2006/relationships/notesSlide" Target="/ppt/notesSlides/notesSlide1.xml" Id="R0029bc2800304f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4bb63a40288496a" /><Relationship Type="http://schemas.openxmlformats.org/officeDocument/2006/relationships/notesSlide" Target="/ppt/notesSlides/notesSlide2.xml" Id="Ra7dfe6ea7e6940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2ff4869ede41a3" /><Relationship Type="http://schemas.openxmlformats.org/officeDocument/2006/relationships/notesSlide" Target="/ppt/notesSlides/notesSlide3.xml" Id="R0e20bc9e3dc445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daac3562af43be" /><Relationship Type="http://schemas.openxmlformats.org/officeDocument/2006/relationships/notesSlide" Target="/ppt/notesSlides/notesSlide4.xml" Id="R462830584adf4a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c5b9b686bc4f0a" /><Relationship Type="http://schemas.openxmlformats.org/officeDocument/2006/relationships/notesSlide" Target="/ppt/notesSlides/notesSlide5.xml" Id="R024d72fefc6b4a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1e81cc77db24eb5" /><Relationship Type="http://schemas.openxmlformats.org/officeDocument/2006/relationships/notesSlide" Target="/ppt/notesSlides/notesSlide6.xml" Id="R267577e703d841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33045e1fef04d5a" /><Relationship Type="http://schemas.openxmlformats.org/officeDocument/2006/relationships/notesSlide" Target="/ppt/notesSlides/notesSlide7.xml" Id="R97dc24cd0ae24b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f62d29afcc049a2" /><Relationship Type="http://schemas.openxmlformats.org/officeDocument/2006/relationships/notesSlide" Target="/ppt/notesSlides/notesSlide8.xml" Id="R00645a77bd144f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9fecfb761874984" /><Relationship Type="http://schemas.openxmlformats.org/officeDocument/2006/relationships/notesSlide" Target="/ppt/notesSlides/notesSlide9.xml" Id="Rcf2f4667969e4a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1826389cde34362" /><Relationship Type="http://schemas.openxmlformats.org/officeDocument/2006/relationships/notesSlide" Target="/ppt/notesSlides/notesSlide10.xml" Id="Re6c636c6964b471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CA5B7B6-0504-47E5-A064-E21ABBC20CA5}"/>
              </a:ext>
            </a:extLst>
          </p:cNvPr>
          <p:cNvSpPr>
            <a:spLocks xmlns:a="http://schemas.openxmlformats.org/drawingml/2006/main" noGrp="1"/>
          </p:cNvSpPr>
          <p:nvPr/>
        </p:nvSpPr>
        <p:spPr>
          <a:xfrm xmlns:a="http://schemas.openxmlformats.org/drawingml/2006/main">
            <a:off x="609600" y="41910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004AAD"/>
                </a:solidFill>
              </a:defRPr>
            </a:pPr>
            <a:r>
              <a:rPr sz="3750" b="1" i="0">
                <a:solidFill>
                  <a:srgbClr val="004AAD"/>
                </a:solidFill>
              </a:rPr>
              <a:t>Lesson 2</a:t>
            </a:r>
          </a:p>
        </p:txBody>
      </p:sp>
      <p:sp>
        <p:nvSpPr>
          <p:cNvPr id="2" name="">
            <a:extLst xmlns:a="http://schemas.openxmlformats.org/drawingml/2006/main">
              <a:ext uri="{FF2B5EF4-FFF2-40B4-BE49-F238E27FC236}">
                <a16:creationId xmlns:a16="http://schemas.microsoft.com/office/drawing/2014/main" id="{6BB6BE8F-FEAF-4804-8BBB-95EA2064F1D9}"/>
              </a:ext>
            </a:extLst>
          </p:cNvPr>
          <p:cNvSpPr>
            <a:spLocks xmlns:a="http://schemas.openxmlformats.org/drawingml/2006/main" noGrp="1"/>
          </p:cNvSpPr>
          <p:nvPr/>
        </p:nvSpPr>
        <p:spPr>
          <a:xfrm xmlns:a="http://schemas.openxmlformats.org/drawingml/2006/main">
            <a:off x="3105150" y="438150"/>
            <a:ext cx="676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61A45"/>
                </a:solidFill>
              </a:defRPr>
            </a:pPr>
            <a:r>
              <a:rPr sz="3600" b="1" i="0">
                <a:solidFill>
                  <a:srgbClr val="061A45"/>
                </a:solidFill>
              </a:rPr>
              <a:t>Harness Engineering</a:t>
            </a:r>
          </a:p>
        </p:txBody>
      </p:sp>
      <p:sp>
        <p:nvSpPr>
          <p:cNvPr id="3" name="">
            <a:extLst xmlns:a="http://schemas.openxmlformats.org/drawingml/2006/main">
              <a:ext uri="{FF2B5EF4-FFF2-40B4-BE49-F238E27FC236}">
                <a16:creationId xmlns:a16="http://schemas.microsoft.com/office/drawing/2014/main" id="{DE0CA43A-3F8B-40B1-8EBC-FCAB14EBEAEB}"/>
              </a:ext>
            </a:extLst>
          </p:cNvPr>
          <p:cNvSpPr>
            <a:spLocks xmlns:a="http://schemas.openxmlformats.org/drawingml/2006/main" noGrp="1"/>
          </p:cNvSpPr>
          <p:nvPr/>
        </p:nvSpPr>
        <p:spPr>
          <a:xfrm xmlns:a="http://schemas.openxmlformats.org/drawingml/2006/main">
            <a:off x="2381250" y="11049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0" i="1">
                <a:solidFill>
                  <a:srgbClr val="004AAD"/>
                </a:solidFill>
              </a:defRPr>
            </a:pPr>
            <a:r>
              <a:rPr sz="1650" b="0" i="1">
                <a:solidFill>
                  <a:srgbClr val="004AAD"/>
                </a:solidFill>
              </a:rPr>
              <a:t>Custom prompts, skills, subagent bridge, and tool runtime</a:t>
            </a:r>
          </a:p>
        </p:txBody>
      </p:sp>
      <p:sp>
        <p:nvSpPr>
          <p:cNvPr id="4" name="">
            <a:extLst xmlns:a="http://schemas.openxmlformats.org/drawingml/2006/main">
              <a:ext uri="{FF2B5EF4-FFF2-40B4-BE49-F238E27FC236}">
                <a16:creationId xmlns:a16="http://schemas.microsoft.com/office/drawing/2014/main" id="{A4E6E5DF-BB51-44C0-85C7-CA18BF99AB43}"/>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ln xmlns:a="http://schemas.openxmlformats.org/drawingml/2006/main" w="19050">
            <a:solidFill>
              <a:srgbClr val="004AAD"/>
            </a:solidFill>
            <a:prstDash val="solid"/>
          </a:ln>
        </p:spPr>
      </p:sp>
      <p:sp>
        <p:nvSpPr>
          <p:cNvPr id="5" name="">
            <a:extLst xmlns:a="http://schemas.openxmlformats.org/drawingml/2006/main">
              <a:ext uri="{FF2B5EF4-FFF2-40B4-BE49-F238E27FC236}">
                <a16:creationId xmlns:a16="http://schemas.microsoft.com/office/drawing/2014/main" id="{31DA78E8-4F80-461B-9A6D-C0676E83C032}"/>
              </a:ext>
            </a:extLst>
          </p:cNvPr>
          <p:cNvSpPr>
            <a:spLocks xmlns:a="http://schemas.openxmlformats.org/drawingml/2006/main" noGrp="1"/>
          </p:cNvSpPr>
          <p:nvPr/>
        </p:nvSpPr>
        <p:spPr>
          <a:xfrm xmlns:a="http://schemas.openxmlformats.org/drawingml/2006/main">
            <a:off x="857250" y="2076450"/>
            <a:ext cx="3048000" cy="2476500"/>
          </a:xfrm>
          <a:prstGeom xmlns:a="http://schemas.openxmlformats.org/drawingml/2006/main" prst="roundRect">
            <a:avLst>
              <a:gd name="adj" fmla="val 3077"/>
            </a:avLst>
          </a:prstGeom>
          <a:solidFill xmlns:a="http://schemas.openxmlformats.org/drawingml/2006/main">
            <a:srgbClr val="F8FBFF"/>
          </a:solidFill>
          <a:ln xmlns:a="http://schemas.openxmlformats.org/drawingml/2006/main" w="10478">
            <a:solidFill>
              <a:srgbClr val="B9D4F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93CA7FF9-F7F3-4548-BEBF-B72AC977AB94}"/>
              </a:ext>
            </a:extLst>
          </p:cNvPr>
          <p:cNvSpPr>
            <a:spLocks xmlns:a="http://schemas.openxmlformats.org/drawingml/2006/main" noGrp="1"/>
          </p:cNvSpPr>
          <p:nvPr/>
        </p:nvSpPr>
        <p:spPr>
          <a:xfrm xmlns:a="http://schemas.openxmlformats.org/drawingml/2006/main">
            <a:off x="1028700" y="2228850"/>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004AAD"/>
                </a:solidFill>
              </a:defRPr>
            </a:pPr>
            <a:r>
              <a:rPr sz="1500" b="1" i="0">
                <a:solidFill>
                  <a:srgbClr val="004AAD"/>
                </a:solidFill>
              </a:rPr>
              <a:t>Lesson 1</a:t>
            </a:r>
          </a:p>
        </p:txBody>
      </p:sp>
      <p:sp>
        <p:nvSpPr>
          <p:cNvPr id="7" name="">
            <a:extLst xmlns:a="http://schemas.openxmlformats.org/drawingml/2006/main">
              <a:ext uri="{FF2B5EF4-FFF2-40B4-BE49-F238E27FC236}">
                <a16:creationId xmlns:a16="http://schemas.microsoft.com/office/drawing/2014/main" id="{55645513-24FF-46EA-8C28-A78AED3748F0}"/>
              </a:ext>
            </a:extLst>
          </p:cNvPr>
          <p:cNvSpPr>
            <a:spLocks xmlns:a="http://schemas.openxmlformats.org/drawingml/2006/main" noGrp="1"/>
          </p:cNvSpPr>
          <p:nvPr/>
        </p:nvSpPr>
        <p:spPr>
          <a:xfrm xmlns:a="http://schemas.openxmlformats.org/drawingml/2006/main">
            <a:off x="1085850" y="2571750"/>
            <a:ext cx="25908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The model reads the paper and writes tokens back onto it.</a:t>
            </a:r>
          </a:p>
        </p:txBody>
      </p:sp>
      <p:sp>
        <p:nvSpPr>
          <p:cNvPr id="8" name="">
            <a:extLst xmlns:a="http://schemas.openxmlformats.org/drawingml/2006/main">
              <a:ext uri="{FF2B5EF4-FFF2-40B4-BE49-F238E27FC236}">
                <a16:creationId xmlns:a16="http://schemas.microsoft.com/office/drawing/2014/main" id="{16B4B5F9-348A-437D-A20C-7A8DE2C9AA4E}"/>
              </a:ext>
            </a:extLst>
          </p:cNvPr>
          <p:cNvSpPr>
            <a:spLocks xmlns:a="http://schemas.openxmlformats.org/drawingml/2006/main" noGrp="1"/>
          </p:cNvSpPr>
          <p:nvPr/>
        </p:nvSpPr>
        <p:spPr>
          <a:xfrm xmlns:a="http://schemas.openxmlformats.org/drawingml/2006/main">
            <a:off x="4095750" y="3314700"/>
            <a:ext cx="1047750" cy="0"/>
          </a:xfrm>
          <a:prstGeom xmlns:a="http://schemas.openxmlformats.org/drawingml/2006/main" prst="line">
            <a:avLst/>
          </a:prstGeom>
          <a:ln xmlns:a="http://schemas.openxmlformats.org/drawingml/2006/main" w="38100">
            <a:solidFill>
              <a:srgbClr val="004AAD"/>
            </a:solidFill>
            <a:prstDash val="solid"/>
          </a:ln>
        </p:spPr>
      </p:sp>
      <p:sp>
        <p:nvSpPr>
          <p:cNvPr id="9" name="">
            <a:extLst xmlns:a="http://schemas.openxmlformats.org/drawingml/2006/main">
              <a:ext uri="{FF2B5EF4-FFF2-40B4-BE49-F238E27FC236}">
                <a16:creationId xmlns:a16="http://schemas.microsoft.com/office/drawing/2014/main" id="{52F5C8EC-5605-4989-904D-E24385B943E2}"/>
              </a:ext>
            </a:extLst>
          </p:cNvPr>
          <p:cNvSpPr>
            <a:spLocks xmlns:a="http://schemas.openxmlformats.org/drawingml/2006/main" noGrp="1"/>
          </p:cNvSpPr>
          <p:nvPr/>
        </p:nvSpPr>
        <p:spPr>
          <a:xfrm xmlns:a="http://schemas.openxmlformats.org/drawingml/2006/main">
            <a:off x="5334000" y="1885950"/>
            <a:ext cx="3048000" cy="2857500"/>
          </a:xfrm>
          <a:prstGeom xmlns:a="http://schemas.openxmlformats.org/drawingml/2006/main" prst="roundRect">
            <a:avLst>
              <a:gd name="adj" fmla="val 2667"/>
            </a:avLst>
          </a:prstGeom>
          <a:solidFill xmlns:a="http://schemas.openxmlformats.org/drawingml/2006/main">
            <a:srgbClr val="EEF6FF"/>
          </a:solidFill>
          <a:ln xmlns:a="http://schemas.openxmlformats.org/drawingml/2006/main" w="10478">
            <a:solidFill>
              <a:srgbClr val="B9D4F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C8D39233-2568-499B-B815-1CFF7B96840A}"/>
              </a:ext>
            </a:extLst>
          </p:cNvPr>
          <p:cNvSpPr>
            <a:spLocks xmlns:a="http://schemas.openxmlformats.org/drawingml/2006/main" noGrp="1"/>
          </p:cNvSpPr>
          <p:nvPr/>
        </p:nvSpPr>
        <p:spPr>
          <a:xfrm xmlns:a="http://schemas.openxmlformats.org/drawingml/2006/main">
            <a:off x="5505450" y="2038350"/>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004AAD"/>
                </a:solidFill>
              </a:defRPr>
            </a:pPr>
            <a:r>
              <a:rPr sz="1500" b="1" i="0">
                <a:solidFill>
                  <a:srgbClr val="004AAD"/>
                </a:solidFill>
              </a:rPr>
              <a:t>Lesson 2</a:t>
            </a:r>
          </a:p>
        </p:txBody>
      </p:sp>
      <p:sp>
        <p:nvSpPr>
          <p:cNvPr id="11" name="">
            <a:extLst xmlns:a="http://schemas.openxmlformats.org/drawingml/2006/main">
              <a:ext uri="{FF2B5EF4-FFF2-40B4-BE49-F238E27FC236}">
                <a16:creationId xmlns:a16="http://schemas.microsoft.com/office/drawing/2014/main" id="{7709CD80-23B7-4902-B845-793F3E8D5CEF}"/>
              </a:ext>
            </a:extLst>
          </p:cNvPr>
          <p:cNvSpPr>
            <a:spLocks xmlns:a="http://schemas.openxmlformats.org/drawingml/2006/main" noGrp="1"/>
          </p:cNvSpPr>
          <p:nvPr/>
        </p:nvSpPr>
        <p:spPr>
          <a:xfrm xmlns:a="http://schemas.openxmlformats.org/drawingml/2006/main">
            <a:off x="5562600" y="2381250"/>
            <a:ext cx="259080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The harness decides which prompts, skills, tools, and runtime profiles enter the current paper.</a:t>
            </a:r>
          </a:p>
        </p:txBody>
      </p:sp>
      <p:sp>
        <p:nvSpPr>
          <p:cNvPr id="12" name="">
            <a:extLst xmlns:a="http://schemas.openxmlformats.org/drawingml/2006/main">
              <a:ext uri="{FF2B5EF4-FFF2-40B4-BE49-F238E27FC236}">
                <a16:creationId xmlns:a16="http://schemas.microsoft.com/office/drawing/2014/main" id="{9E2818FD-E40F-473F-B94B-157CE4D92354}"/>
              </a:ext>
            </a:extLst>
          </p:cNvPr>
          <p:cNvSpPr>
            <a:spLocks xmlns:a="http://schemas.openxmlformats.org/drawingml/2006/main" noGrp="1"/>
          </p:cNvSpPr>
          <p:nvPr/>
        </p:nvSpPr>
        <p:spPr>
          <a:xfrm xmlns:a="http://schemas.openxmlformats.org/drawingml/2006/main">
            <a:off x="8572500" y="3314700"/>
            <a:ext cx="1047750" cy="0"/>
          </a:xfrm>
          <a:prstGeom xmlns:a="http://schemas.openxmlformats.org/drawingml/2006/main" prst="line">
            <a:avLst/>
          </a:prstGeom>
          <a:ln xmlns:a="http://schemas.openxmlformats.org/drawingml/2006/main" w="38100">
            <a:solidFill>
              <a:srgbClr val="004AAD"/>
            </a:solidFill>
            <a:prstDash val="solid"/>
          </a:ln>
        </p:spPr>
      </p:sp>
      <p:sp>
        <p:nvSpPr>
          <p:cNvPr id="13" name="">
            <a:extLst xmlns:a="http://schemas.openxmlformats.org/drawingml/2006/main">
              <a:ext uri="{FF2B5EF4-FFF2-40B4-BE49-F238E27FC236}">
                <a16:creationId xmlns:a16="http://schemas.microsoft.com/office/drawing/2014/main" id="{7F819423-0D47-4D3C-B45A-6A9F9E2643A0}"/>
              </a:ext>
            </a:extLst>
          </p:cNvPr>
          <p:cNvSpPr>
            <a:spLocks xmlns:a="http://schemas.openxmlformats.org/drawingml/2006/main" noGrp="1"/>
          </p:cNvSpPr>
          <p:nvPr/>
        </p:nvSpPr>
        <p:spPr>
          <a:xfrm xmlns:a="http://schemas.openxmlformats.org/drawingml/2006/main">
            <a:off x="9810750" y="2076450"/>
            <a:ext cx="1619250" cy="2476500"/>
          </a:xfrm>
          <a:prstGeom xmlns:a="http://schemas.openxmlformats.org/drawingml/2006/main" prst="roundRect">
            <a:avLst>
              <a:gd name="adj" fmla="val 4706"/>
            </a:avLst>
          </a:prstGeom>
          <a:solidFill xmlns:a="http://schemas.openxmlformats.org/drawingml/2006/main">
            <a:srgbClr val="FFF7DF"/>
          </a:solidFill>
          <a:ln xmlns:a="http://schemas.openxmlformats.org/drawingml/2006/main" w="10478">
            <a:solidFill>
              <a:srgbClr val="B9D4F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E6928B5D-BC30-444C-A6C1-05C9BE818493}"/>
              </a:ext>
            </a:extLst>
          </p:cNvPr>
          <p:cNvSpPr>
            <a:spLocks xmlns:a="http://schemas.openxmlformats.org/drawingml/2006/main" noGrp="1"/>
          </p:cNvSpPr>
          <p:nvPr/>
        </p:nvSpPr>
        <p:spPr>
          <a:xfrm xmlns:a="http://schemas.openxmlformats.org/drawingml/2006/main">
            <a:off x="9982200" y="2228850"/>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D88A00"/>
                </a:solidFill>
              </a:defRPr>
            </a:pPr>
            <a:r>
              <a:rPr sz="1500" b="1" i="0">
                <a:solidFill>
                  <a:srgbClr val="D88A00"/>
                </a:solidFill>
              </a:rPr>
              <a:t>Next</a:t>
            </a:r>
          </a:p>
        </p:txBody>
      </p:sp>
      <p:sp>
        <p:nvSpPr>
          <p:cNvPr id="15" name="">
            <a:extLst xmlns:a="http://schemas.openxmlformats.org/drawingml/2006/main">
              <a:ext uri="{FF2B5EF4-FFF2-40B4-BE49-F238E27FC236}">
                <a16:creationId xmlns:a16="http://schemas.microsoft.com/office/drawing/2014/main" id="{EB2E2C53-C242-40F0-B114-DE22A15DFC5E}"/>
              </a:ext>
            </a:extLst>
          </p:cNvPr>
          <p:cNvSpPr>
            <a:spLocks xmlns:a="http://schemas.openxmlformats.org/drawingml/2006/main" noGrp="1"/>
          </p:cNvSpPr>
          <p:nvPr/>
        </p:nvSpPr>
        <p:spPr>
          <a:xfrm xmlns:a="http://schemas.openxmlformats.org/drawingml/2006/main">
            <a:off x="10039350" y="2571750"/>
            <a:ext cx="11620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Subagents, workflows, and loop coding.</a:t>
            </a:r>
          </a:p>
        </p:txBody>
      </p:sp>
      <p:sp>
        <p:nvSpPr>
          <p:cNvPr id="16" name="">
            <a:extLst xmlns:a="http://schemas.openxmlformats.org/drawingml/2006/main">
              <a:ext uri="{FF2B5EF4-FFF2-40B4-BE49-F238E27FC236}">
                <a16:creationId xmlns:a16="http://schemas.microsoft.com/office/drawing/2014/main" id="{5E3F4848-B36F-4176-B763-46E36FEB5986}"/>
              </a:ext>
            </a:extLst>
          </p:cNvPr>
          <p:cNvSpPr>
            <a:spLocks xmlns:a="http://schemas.openxmlformats.org/drawingml/2006/main" noGrp="1"/>
          </p:cNvSpPr>
          <p:nvPr/>
        </p:nvSpPr>
        <p:spPr>
          <a:xfrm xmlns:a="http://schemas.openxmlformats.org/drawingml/2006/main">
            <a:off x="1371600" y="5429250"/>
            <a:ext cx="944880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0478">
            <a:solidFill>
              <a:srgbClr val="004AAD"/>
            </a:solidFill>
            <a:prstDash val="solid"/>
          </a:ln>
        </p:spPr>
      </p:sp>
      <p:sp>
        <p:nvSpPr>
          <p:cNvPr id="17" name="">
            <a:extLst xmlns:a="http://schemas.openxmlformats.org/drawingml/2006/main">
              <a:ext uri="{FF2B5EF4-FFF2-40B4-BE49-F238E27FC236}">
                <a16:creationId xmlns:a16="http://schemas.microsoft.com/office/drawing/2014/main" id="{8DAD1A10-5A84-49D0-AECD-642F49DB73B9}"/>
              </a:ext>
            </a:extLst>
          </p:cNvPr>
          <p:cNvSpPr>
            <a:spLocks xmlns:a="http://schemas.openxmlformats.org/drawingml/2006/main" noGrp="1"/>
          </p:cNvSpPr>
          <p:nvPr/>
        </p:nvSpPr>
        <p:spPr>
          <a:xfrm xmlns:a="http://schemas.openxmlformats.org/drawingml/2006/main">
            <a:off x="1752600" y="5629275"/>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004AAD"/>
                </a:solidFill>
              </a:defRPr>
            </a:pPr>
            <a:r>
              <a:rPr sz="1650" b="1" i="0">
                <a:solidFill>
                  <a:srgbClr val="004AAD"/>
                </a:solidFill>
              </a:rPr>
              <a:t>Core idea</a:t>
            </a:r>
          </a:p>
        </p:txBody>
      </p:sp>
      <p:sp>
        <p:nvSpPr>
          <p:cNvPr id="18" name="">
            <a:extLst xmlns:a="http://schemas.openxmlformats.org/drawingml/2006/main">
              <a:ext uri="{FF2B5EF4-FFF2-40B4-BE49-F238E27FC236}">
                <a16:creationId xmlns:a16="http://schemas.microsoft.com/office/drawing/2014/main" id="{7CA41E2E-EE31-4DA2-81E2-C7DB917467B4}"/>
              </a:ext>
            </a:extLst>
          </p:cNvPr>
          <p:cNvSpPr>
            <a:spLocks xmlns:a="http://schemas.openxmlformats.org/drawingml/2006/main" noGrp="1"/>
          </p:cNvSpPr>
          <p:nvPr/>
        </p:nvSpPr>
        <p:spPr>
          <a:xfrm xmlns:a="http://schemas.openxmlformats.org/drawingml/2006/main">
            <a:off x="3333750" y="561975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61A45"/>
                </a:solidFill>
              </a:defRPr>
            </a:pPr>
            <a:r>
              <a:rPr sz="1500" b="0" i="0">
                <a:solidFill>
                  <a:srgbClr val="061A45"/>
                </a:solidFill>
              </a:rPr>
              <a:t>Lesson 2 loads the right instruction objects instead of one giant prompt.</a:t>
            </a:r>
          </a:p>
        </p:txBody>
      </p:sp>
    </p:spTree>
    <p:extLst>
      <p:ext uri="{BB962C8B-B14F-4D97-AF65-F5344CB8AC3E}">
        <p14:creationId xmlns:p14="http://schemas.microsoft.com/office/powerpoint/2010/main" val="15850785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0EA412-B93F-43D0-AD08-DBBB42E0A012}"/>
              </a:ext>
            </a:extLst>
          </p:cNvPr>
          <p:cNvSpPr>
            <a:spLocks xmlns:a="http://schemas.openxmlformats.org/drawingml/2006/main" noGrp="1"/>
          </p:cNvSpPr>
          <p:nvPr/>
        </p:nvSpPr>
        <p:spPr>
          <a:xfrm xmlns:a="http://schemas.openxmlformats.org/drawingml/2006/main">
            <a:off x="457200" y="2667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61A45"/>
                </a:solidFill>
              </a:defRPr>
            </a:pPr>
            <a:r>
              <a:rPr sz="2850" b="1" i="0">
                <a:solidFill>
                  <a:srgbClr val="061A45"/>
                </a:solidFill>
              </a:rPr>
              <a:t>Model and Harness Solve Different Jobs</a:t>
            </a:r>
          </a:p>
        </p:txBody>
      </p:sp>
      <p:sp>
        <p:nvSpPr>
          <p:cNvPr id="2" name="">
            <a:extLst xmlns:a="http://schemas.openxmlformats.org/drawingml/2006/main">
              <a:ext uri="{FF2B5EF4-FFF2-40B4-BE49-F238E27FC236}">
                <a16:creationId xmlns:a16="http://schemas.microsoft.com/office/drawing/2014/main" id="{B1382F51-122F-42E5-82D7-9A1253F27091}"/>
              </a:ext>
            </a:extLst>
          </p:cNvPr>
          <p:cNvSpPr>
            <a:spLocks xmlns:a="http://schemas.openxmlformats.org/drawingml/2006/main" noGrp="1"/>
          </p:cNvSpPr>
          <p:nvPr/>
        </p:nvSpPr>
        <p:spPr>
          <a:xfrm xmlns:a="http://schemas.openxmlformats.org/drawingml/2006/main">
            <a:off x="2095500" y="838200"/>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1">
                <a:solidFill>
                  <a:srgbClr val="004AAD"/>
                </a:solidFill>
              </a:defRPr>
            </a:pPr>
            <a:r>
              <a:rPr sz="1500" b="0" i="1">
                <a:solidFill>
                  <a:srgbClr val="004AAD"/>
                </a:solidFill>
              </a:rPr>
              <a:t>Do not ask the model to own responsibilities that belong in runtime software.</a:t>
            </a:r>
          </a:p>
        </p:txBody>
      </p:sp>
      <p:sp>
        <p:nvSpPr>
          <p:cNvPr id="3" name="">
            <a:extLst xmlns:a="http://schemas.openxmlformats.org/drawingml/2006/main">
              <a:ext uri="{FF2B5EF4-FFF2-40B4-BE49-F238E27FC236}">
                <a16:creationId xmlns:a16="http://schemas.microsoft.com/office/drawing/2014/main" id="{67FFA646-2C41-4F63-B0D0-4FF29964593A}"/>
              </a:ext>
            </a:extLst>
          </p:cNvPr>
          <p:cNvSpPr>
            <a:spLocks xmlns:a="http://schemas.openxmlformats.org/drawingml/2006/main" noGrp="1"/>
          </p:cNvSpPr>
          <p:nvPr/>
        </p:nvSpPr>
        <p:spPr>
          <a:xfrm xmlns:a="http://schemas.openxmlformats.org/drawingml/2006/main">
            <a:off x="457200" y="1162050"/>
            <a:ext cx="11277600" cy="0"/>
          </a:xfrm>
          <a:prstGeom xmlns:a="http://schemas.openxmlformats.org/drawingml/2006/main" prst="line">
            <a:avLst/>
          </a:prstGeom>
          <a:ln xmlns:a="http://schemas.openxmlformats.org/drawingml/2006/main" w="19050">
            <a:solidFill>
              <a:srgbClr val="004AAD"/>
            </a:solidFill>
            <a:prstDash val="solid"/>
          </a:ln>
        </p:spPr>
      </p:sp>
      <p:sp>
        <p:nvSpPr>
          <p:cNvPr id="4" name="">
            <a:extLst xmlns:a="http://schemas.openxmlformats.org/drawingml/2006/main">
              <a:ext uri="{FF2B5EF4-FFF2-40B4-BE49-F238E27FC236}">
                <a16:creationId xmlns:a16="http://schemas.microsoft.com/office/drawing/2014/main" id="{8F31DC84-05D6-401A-AD6C-1544D162125F}"/>
              </a:ext>
            </a:extLst>
          </p:cNvPr>
          <p:cNvSpPr>
            <a:spLocks xmlns:a="http://schemas.openxmlformats.org/drawingml/2006/main" noGrp="1"/>
          </p:cNvSpPr>
          <p:nvPr/>
        </p:nvSpPr>
        <p:spPr>
          <a:xfrm xmlns:a="http://schemas.openxmlformats.org/drawingml/2006/main">
            <a:off x="819150" y="1695450"/>
            <a:ext cx="4572000" cy="3314700"/>
          </a:xfrm>
          <a:prstGeom xmlns:a="http://schemas.openxmlformats.org/drawingml/2006/main" prst="roundRect">
            <a:avLst>
              <a:gd name="adj" fmla="val 2299"/>
            </a:avLst>
          </a:prstGeom>
          <a:solidFill xmlns:a="http://schemas.openxmlformats.org/drawingml/2006/main">
            <a:srgbClr val="F8FBFF"/>
          </a:solidFill>
          <a:ln xmlns:a="http://schemas.openxmlformats.org/drawingml/2006/main" w="10478">
            <a:solidFill>
              <a:srgbClr val="004AAD"/>
            </a:solidFill>
            <a:prstDash val="solid"/>
          </a:ln>
        </p:spPr>
      </p:sp>
      <p:sp>
        <p:nvSpPr>
          <p:cNvPr id="5" name="">
            <a:extLst xmlns:a="http://schemas.openxmlformats.org/drawingml/2006/main">
              <a:ext uri="{FF2B5EF4-FFF2-40B4-BE49-F238E27FC236}">
                <a16:creationId xmlns:a16="http://schemas.microsoft.com/office/drawing/2014/main" id="{3DAE7D7D-6CB9-47A2-BA2C-FB310B3BF2E1}"/>
              </a:ext>
            </a:extLst>
          </p:cNvPr>
          <p:cNvSpPr>
            <a:spLocks xmlns:a="http://schemas.openxmlformats.org/drawingml/2006/main" noGrp="1"/>
          </p:cNvSpPr>
          <p:nvPr/>
        </p:nvSpPr>
        <p:spPr>
          <a:xfrm xmlns:a="http://schemas.openxmlformats.org/drawingml/2006/main">
            <a:off x="1676400" y="20002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i="0">
                <a:solidFill>
                  <a:srgbClr val="004AAD"/>
                </a:solidFill>
              </a:defRPr>
            </a:pPr>
            <a:r>
              <a:rPr sz="2550" b="1" i="0">
                <a:solidFill>
                  <a:srgbClr val="004AAD"/>
                </a:solidFill>
              </a:rPr>
              <a:t>Model</a:t>
            </a:r>
          </a:p>
        </p:txBody>
      </p:sp>
      <p:sp>
        <p:nvSpPr>
          <p:cNvPr id="6" name="">
            <a:extLst xmlns:a="http://schemas.openxmlformats.org/drawingml/2006/main">
              <a:ext uri="{FF2B5EF4-FFF2-40B4-BE49-F238E27FC236}">
                <a16:creationId xmlns:a16="http://schemas.microsoft.com/office/drawing/2014/main" id="{661879FD-A1BD-4F6E-AE2C-47E29F033044}"/>
              </a:ext>
            </a:extLst>
          </p:cNvPr>
          <p:cNvSpPr>
            <a:spLocks xmlns:a="http://schemas.openxmlformats.org/drawingml/2006/main" noGrp="1"/>
          </p:cNvSpPr>
          <p:nvPr/>
        </p:nvSpPr>
        <p:spPr>
          <a:xfrm xmlns:a="http://schemas.openxmlformats.org/drawingml/2006/main">
            <a:off x="1219200" y="2686050"/>
            <a:ext cx="400050" cy="400050"/>
          </a:xfrm>
          <a:prstGeom xmlns:a="http://schemas.openxmlformats.org/drawingml/2006/main" prst="roundRect">
            <a:avLst>
              <a:gd name="adj" fmla="val 50000"/>
            </a:avLst>
          </a:prstGeom>
          <a:solidFill xmlns:a="http://schemas.openxmlformats.org/drawingml/2006/main">
            <a:srgbClr val="004AAD"/>
          </a:solidFill>
          <a:ln xmlns:a="http://schemas.openxmlformats.org/drawingml/2006/main" w="10478">
            <a:solidFill>
              <a:srgbClr val="004AAD"/>
            </a:solidFill>
            <a:prstDash val="solid"/>
          </a:ln>
        </p:spPr>
      </p:sp>
      <p:sp>
        <p:nvSpPr>
          <p:cNvPr id="7" name="">
            <a:extLst xmlns:a="http://schemas.openxmlformats.org/drawingml/2006/main">
              <a:ext uri="{FF2B5EF4-FFF2-40B4-BE49-F238E27FC236}">
                <a16:creationId xmlns:a16="http://schemas.microsoft.com/office/drawing/2014/main" id="{96C8E4A1-93A8-41D1-A51E-B7ACEC04F384}"/>
              </a:ext>
            </a:extLst>
          </p:cNvPr>
          <p:cNvSpPr>
            <a:spLocks xmlns:a="http://schemas.openxmlformats.org/drawingml/2006/main" noGrp="1"/>
          </p:cNvSpPr>
          <p:nvPr/>
        </p:nvSpPr>
        <p:spPr>
          <a:xfrm xmlns:a="http://schemas.openxmlformats.org/drawingml/2006/main">
            <a:off x="1333500" y="27813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1</a:t>
            </a:r>
          </a:p>
        </p:txBody>
      </p:sp>
      <p:sp>
        <p:nvSpPr>
          <p:cNvPr id="8" name="">
            <a:extLst xmlns:a="http://schemas.openxmlformats.org/drawingml/2006/main">
              <a:ext uri="{FF2B5EF4-FFF2-40B4-BE49-F238E27FC236}">
                <a16:creationId xmlns:a16="http://schemas.microsoft.com/office/drawing/2014/main" id="{10B66D5E-8C56-4B66-B304-048C3A587D81}"/>
              </a:ext>
            </a:extLst>
          </p:cNvPr>
          <p:cNvSpPr>
            <a:spLocks xmlns:a="http://schemas.openxmlformats.org/drawingml/2006/main" noGrp="1"/>
          </p:cNvSpPr>
          <p:nvPr/>
        </p:nvSpPr>
        <p:spPr>
          <a:xfrm xmlns:a="http://schemas.openxmlformats.org/drawingml/2006/main">
            <a:off x="1790700" y="27717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061A45"/>
                </a:solidFill>
              </a:defRPr>
            </a:pPr>
            <a:r>
              <a:rPr sz="1350" b="0" i="0">
                <a:solidFill>
                  <a:srgbClr val="061A45"/>
                </a:solidFill>
              </a:rPr>
              <a:t>Reads visible context</a:t>
            </a:r>
          </a:p>
        </p:txBody>
      </p:sp>
      <p:sp>
        <p:nvSpPr>
          <p:cNvPr id="9" name="">
            <a:extLst xmlns:a="http://schemas.openxmlformats.org/drawingml/2006/main">
              <a:ext uri="{FF2B5EF4-FFF2-40B4-BE49-F238E27FC236}">
                <a16:creationId xmlns:a16="http://schemas.microsoft.com/office/drawing/2014/main" id="{E51E2563-B9B7-48BF-A142-62CB7538F75D}"/>
              </a:ext>
            </a:extLst>
          </p:cNvPr>
          <p:cNvSpPr>
            <a:spLocks xmlns:a="http://schemas.openxmlformats.org/drawingml/2006/main" noGrp="1"/>
          </p:cNvSpPr>
          <p:nvPr/>
        </p:nvSpPr>
        <p:spPr>
          <a:xfrm xmlns:a="http://schemas.openxmlformats.org/drawingml/2006/main">
            <a:off x="1219200" y="3143250"/>
            <a:ext cx="400050" cy="400050"/>
          </a:xfrm>
          <a:prstGeom xmlns:a="http://schemas.openxmlformats.org/drawingml/2006/main" prst="roundRect">
            <a:avLst>
              <a:gd name="adj" fmla="val 50000"/>
            </a:avLst>
          </a:prstGeom>
          <a:solidFill xmlns:a="http://schemas.openxmlformats.org/drawingml/2006/main">
            <a:srgbClr val="004AAD"/>
          </a:solidFill>
          <a:ln xmlns:a="http://schemas.openxmlformats.org/drawingml/2006/main" w="10478">
            <a:solidFill>
              <a:srgbClr val="004AAD"/>
            </a:solidFill>
            <a:prstDash val="solid"/>
          </a:ln>
        </p:spPr>
      </p:sp>
      <p:sp>
        <p:nvSpPr>
          <p:cNvPr id="10" name="">
            <a:extLst xmlns:a="http://schemas.openxmlformats.org/drawingml/2006/main">
              <a:ext uri="{FF2B5EF4-FFF2-40B4-BE49-F238E27FC236}">
                <a16:creationId xmlns:a16="http://schemas.microsoft.com/office/drawing/2014/main" id="{A4C3D2E6-FB6C-4DEE-995A-2E6EBB2B14E4}"/>
              </a:ext>
            </a:extLst>
          </p:cNvPr>
          <p:cNvSpPr>
            <a:spLocks xmlns:a="http://schemas.openxmlformats.org/drawingml/2006/main" noGrp="1"/>
          </p:cNvSpPr>
          <p:nvPr/>
        </p:nvSpPr>
        <p:spPr>
          <a:xfrm xmlns:a="http://schemas.openxmlformats.org/drawingml/2006/main">
            <a:off x="1333500" y="32385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2</a:t>
            </a:r>
          </a:p>
        </p:txBody>
      </p:sp>
      <p:sp>
        <p:nvSpPr>
          <p:cNvPr id="11" name="">
            <a:extLst xmlns:a="http://schemas.openxmlformats.org/drawingml/2006/main">
              <a:ext uri="{FF2B5EF4-FFF2-40B4-BE49-F238E27FC236}">
                <a16:creationId xmlns:a16="http://schemas.microsoft.com/office/drawing/2014/main" id="{81071B8C-29A7-4698-A808-049A6AC29DF9}"/>
              </a:ext>
            </a:extLst>
          </p:cNvPr>
          <p:cNvSpPr>
            <a:spLocks xmlns:a="http://schemas.openxmlformats.org/drawingml/2006/main" noGrp="1"/>
          </p:cNvSpPr>
          <p:nvPr/>
        </p:nvSpPr>
        <p:spPr>
          <a:xfrm xmlns:a="http://schemas.openxmlformats.org/drawingml/2006/main">
            <a:off x="1790700" y="32289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061A45"/>
                </a:solidFill>
              </a:defRPr>
            </a:pPr>
            <a:r>
              <a:rPr sz="1350" b="0" i="0">
                <a:solidFill>
                  <a:srgbClr val="061A45"/>
                </a:solidFill>
              </a:rPr>
              <a:t>Generates tokens</a:t>
            </a:r>
          </a:p>
        </p:txBody>
      </p:sp>
      <p:sp>
        <p:nvSpPr>
          <p:cNvPr id="12" name="">
            <a:extLst xmlns:a="http://schemas.openxmlformats.org/drawingml/2006/main">
              <a:ext uri="{FF2B5EF4-FFF2-40B4-BE49-F238E27FC236}">
                <a16:creationId xmlns:a16="http://schemas.microsoft.com/office/drawing/2014/main" id="{4CD2B65D-87C3-4A75-98C7-E4292F10BDD6}"/>
              </a:ext>
            </a:extLst>
          </p:cNvPr>
          <p:cNvSpPr>
            <a:spLocks xmlns:a="http://schemas.openxmlformats.org/drawingml/2006/main" noGrp="1"/>
          </p:cNvSpPr>
          <p:nvPr/>
        </p:nvSpPr>
        <p:spPr>
          <a:xfrm xmlns:a="http://schemas.openxmlformats.org/drawingml/2006/main">
            <a:off x="1219200" y="3600450"/>
            <a:ext cx="400050" cy="400050"/>
          </a:xfrm>
          <a:prstGeom xmlns:a="http://schemas.openxmlformats.org/drawingml/2006/main" prst="roundRect">
            <a:avLst>
              <a:gd name="adj" fmla="val 50000"/>
            </a:avLst>
          </a:prstGeom>
          <a:solidFill xmlns:a="http://schemas.openxmlformats.org/drawingml/2006/main">
            <a:srgbClr val="004AAD"/>
          </a:solidFill>
          <a:ln xmlns:a="http://schemas.openxmlformats.org/drawingml/2006/main" w="10478">
            <a:solidFill>
              <a:srgbClr val="004AAD"/>
            </a:solidFill>
            <a:prstDash val="solid"/>
          </a:ln>
        </p:spPr>
      </p:sp>
      <p:sp>
        <p:nvSpPr>
          <p:cNvPr id="13" name="">
            <a:extLst xmlns:a="http://schemas.openxmlformats.org/drawingml/2006/main">
              <a:ext uri="{FF2B5EF4-FFF2-40B4-BE49-F238E27FC236}">
                <a16:creationId xmlns:a16="http://schemas.microsoft.com/office/drawing/2014/main" id="{615D38F1-AB04-403F-A114-9968207B50AF}"/>
              </a:ext>
            </a:extLst>
          </p:cNvPr>
          <p:cNvSpPr>
            <a:spLocks xmlns:a="http://schemas.openxmlformats.org/drawingml/2006/main" noGrp="1"/>
          </p:cNvSpPr>
          <p:nvPr/>
        </p:nvSpPr>
        <p:spPr>
          <a:xfrm xmlns:a="http://schemas.openxmlformats.org/drawingml/2006/main">
            <a:off x="1333500" y="36957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3</a:t>
            </a:r>
          </a:p>
        </p:txBody>
      </p:sp>
      <p:sp>
        <p:nvSpPr>
          <p:cNvPr id="14" name="">
            <a:extLst xmlns:a="http://schemas.openxmlformats.org/drawingml/2006/main">
              <a:ext uri="{FF2B5EF4-FFF2-40B4-BE49-F238E27FC236}">
                <a16:creationId xmlns:a16="http://schemas.microsoft.com/office/drawing/2014/main" id="{334F7715-C16A-4D75-A7F4-D3FDA011858A}"/>
              </a:ext>
            </a:extLst>
          </p:cNvPr>
          <p:cNvSpPr>
            <a:spLocks xmlns:a="http://schemas.openxmlformats.org/drawingml/2006/main" noGrp="1"/>
          </p:cNvSpPr>
          <p:nvPr/>
        </p:nvSpPr>
        <p:spPr>
          <a:xfrm xmlns:a="http://schemas.openxmlformats.org/drawingml/2006/main">
            <a:off x="1790700" y="36861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061A45"/>
                </a:solidFill>
              </a:defRPr>
            </a:pPr>
            <a:r>
              <a:rPr sz="1350" b="0" i="0">
                <a:solidFill>
                  <a:srgbClr val="061A45"/>
                </a:solidFill>
              </a:rPr>
              <a:t>May propose tool calls</a:t>
            </a:r>
          </a:p>
        </p:txBody>
      </p:sp>
      <p:sp>
        <p:nvSpPr>
          <p:cNvPr id="15" name="">
            <a:extLst xmlns:a="http://schemas.openxmlformats.org/drawingml/2006/main">
              <a:ext uri="{FF2B5EF4-FFF2-40B4-BE49-F238E27FC236}">
                <a16:creationId xmlns:a16="http://schemas.microsoft.com/office/drawing/2014/main" id="{03366282-D7A6-4670-939F-EC969FAD6A3D}"/>
              </a:ext>
            </a:extLst>
          </p:cNvPr>
          <p:cNvSpPr>
            <a:spLocks xmlns:a="http://schemas.openxmlformats.org/drawingml/2006/main" noGrp="1"/>
          </p:cNvSpPr>
          <p:nvPr/>
        </p:nvSpPr>
        <p:spPr>
          <a:xfrm xmlns:a="http://schemas.openxmlformats.org/drawingml/2006/main">
            <a:off x="1219200" y="4057650"/>
            <a:ext cx="400050" cy="400050"/>
          </a:xfrm>
          <a:prstGeom xmlns:a="http://schemas.openxmlformats.org/drawingml/2006/main" prst="roundRect">
            <a:avLst>
              <a:gd name="adj" fmla="val 50000"/>
            </a:avLst>
          </a:prstGeom>
          <a:solidFill xmlns:a="http://schemas.openxmlformats.org/drawingml/2006/main">
            <a:srgbClr val="004AAD"/>
          </a:solidFill>
          <a:ln xmlns:a="http://schemas.openxmlformats.org/drawingml/2006/main" w="10478">
            <a:solidFill>
              <a:srgbClr val="004AAD"/>
            </a:solidFill>
            <a:prstDash val="solid"/>
          </a:ln>
        </p:spPr>
      </p:sp>
      <p:sp>
        <p:nvSpPr>
          <p:cNvPr id="16" name="">
            <a:extLst xmlns:a="http://schemas.openxmlformats.org/drawingml/2006/main">
              <a:ext uri="{FF2B5EF4-FFF2-40B4-BE49-F238E27FC236}">
                <a16:creationId xmlns:a16="http://schemas.microsoft.com/office/drawing/2014/main" id="{69ADB8F4-231F-4CDC-8AC2-74EC995B14AB}"/>
              </a:ext>
            </a:extLst>
          </p:cNvPr>
          <p:cNvSpPr>
            <a:spLocks xmlns:a="http://schemas.openxmlformats.org/drawingml/2006/main" noGrp="1"/>
          </p:cNvSpPr>
          <p:nvPr/>
        </p:nvSpPr>
        <p:spPr>
          <a:xfrm xmlns:a="http://schemas.openxmlformats.org/drawingml/2006/main">
            <a:off x="1333500" y="41529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4</a:t>
            </a:r>
          </a:p>
        </p:txBody>
      </p:sp>
      <p:sp>
        <p:nvSpPr>
          <p:cNvPr id="17" name="">
            <a:extLst xmlns:a="http://schemas.openxmlformats.org/drawingml/2006/main">
              <a:ext uri="{FF2B5EF4-FFF2-40B4-BE49-F238E27FC236}">
                <a16:creationId xmlns:a16="http://schemas.microsoft.com/office/drawing/2014/main" id="{E3AB7A32-CD2D-4492-AA74-ECC714A93EBA}"/>
              </a:ext>
            </a:extLst>
          </p:cNvPr>
          <p:cNvSpPr>
            <a:spLocks xmlns:a="http://schemas.openxmlformats.org/drawingml/2006/main" noGrp="1"/>
          </p:cNvSpPr>
          <p:nvPr/>
        </p:nvSpPr>
        <p:spPr>
          <a:xfrm xmlns:a="http://schemas.openxmlformats.org/drawingml/2006/main">
            <a:off x="1790700" y="41433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061A45"/>
                </a:solidFill>
              </a:defRPr>
            </a:pPr>
            <a:r>
              <a:rPr sz="1350" b="0" i="0">
                <a:solidFill>
                  <a:srgbClr val="061A45"/>
                </a:solidFill>
              </a:rPr>
              <a:t>Does not directly touch external systems</a:t>
            </a:r>
          </a:p>
        </p:txBody>
      </p:sp>
      <p:sp>
        <p:nvSpPr>
          <p:cNvPr id="18" name="">
            <a:extLst xmlns:a="http://schemas.openxmlformats.org/drawingml/2006/main">
              <a:ext uri="{FF2B5EF4-FFF2-40B4-BE49-F238E27FC236}">
                <a16:creationId xmlns:a16="http://schemas.microsoft.com/office/drawing/2014/main" id="{8FC8F6AD-89FC-4A0E-8E12-6D7E92465245}"/>
              </a:ext>
            </a:extLst>
          </p:cNvPr>
          <p:cNvSpPr>
            <a:spLocks xmlns:a="http://schemas.openxmlformats.org/drawingml/2006/main" noGrp="1"/>
          </p:cNvSpPr>
          <p:nvPr/>
        </p:nvSpPr>
        <p:spPr>
          <a:xfrm xmlns:a="http://schemas.openxmlformats.org/drawingml/2006/main">
            <a:off x="6800850" y="1695450"/>
            <a:ext cx="4572000" cy="3314700"/>
          </a:xfrm>
          <a:prstGeom xmlns:a="http://schemas.openxmlformats.org/drawingml/2006/main" prst="roundRect">
            <a:avLst>
              <a:gd name="adj" fmla="val 2299"/>
            </a:avLst>
          </a:prstGeom>
          <a:solidFill xmlns:a="http://schemas.openxmlformats.org/drawingml/2006/main">
            <a:srgbClr val="EEF6FF"/>
          </a:solidFill>
          <a:ln xmlns:a="http://schemas.openxmlformats.org/drawingml/2006/main" w="10478">
            <a:solidFill>
              <a:srgbClr val="138A43"/>
            </a:solidFill>
            <a:prstDash val="solid"/>
          </a:ln>
        </p:spPr>
      </p:sp>
      <p:sp>
        <p:nvSpPr>
          <p:cNvPr id="19" name="">
            <a:extLst xmlns:a="http://schemas.openxmlformats.org/drawingml/2006/main">
              <a:ext uri="{FF2B5EF4-FFF2-40B4-BE49-F238E27FC236}">
                <a16:creationId xmlns:a16="http://schemas.microsoft.com/office/drawing/2014/main" id="{4518EEBA-1768-48C5-9F0D-382A6756A152}"/>
              </a:ext>
            </a:extLst>
          </p:cNvPr>
          <p:cNvSpPr>
            <a:spLocks xmlns:a="http://schemas.openxmlformats.org/drawingml/2006/main" noGrp="1"/>
          </p:cNvSpPr>
          <p:nvPr/>
        </p:nvSpPr>
        <p:spPr>
          <a:xfrm xmlns:a="http://schemas.openxmlformats.org/drawingml/2006/main">
            <a:off x="7658100" y="20002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i="0">
                <a:solidFill>
                  <a:srgbClr val="138A43"/>
                </a:solidFill>
              </a:defRPr>
            </a:pPr>
            <a:r>
              <a:rPr sz="2550" b="1" i="0">
                <a:solidFill>
                  <a:srgbClr val="138A43"/>
                </a:solidFill>
              </a:rPr>
              <a:t>Harness</a:t>
            </a:r>
          </a:p>
        </p:txBody>
      </p:sp>
      <p:sp>
        <p:nvSpPr>
          <p:cNvPr id="20" name="">
            <a:extLst xmlns:a="http://schemas.openxmlformats.org/drawingml/2006/main">
              <a:ext uri="{FF2B5EF4-FFF2-40B4-BE49-F238E27FC236}">
                <a16:creationId xmlns:a16="http://schemas.microsoft.com/office/drawing/2014/main" id="{B33721B3-E1F4-4EB9-94AE-50A4B0504B80}"/>
              </a:ext>
            </a:extLst>
          </p:cNvPr>
          <p:cNvSpPr>
            <a:spLocks xmlns:a="http://schemas.openxmlformats.org/drawingml/2006/main" noGrp="1"/>
          </p:cNvSpPr>
          <p:nvPr/>
        </p:nvSpPr>
        <p:spPr>
          <a:xfrm xmlns:a="http://schemas.openxmlformats.org/drawingml/2006/main">
            <a:off x="7200900" y="2686050"/>
            <a:ext cx="400050" cy="400050"/>
          </a:xfrm>
          <a:prstGeom xmlns:a="http://schemas.openxmlformats.org/drawingml/2006/main" prst="roundRect">
            <a:avLst>
              <a:gd name="adj" fmla="val 50000"/>
            </a:avLst>
          </a:prstGeom>
          <a:solidFill xmlns:a="http://schemas.openxmlformats.org/drawingml/2006/main">
            <a:srgbClr val="138A43"/>
          </a:solidFill>
          <a:ln xmlns:a="http://schemas.openxmlformats.org/drawingml/2006/main" w="10478">
            <a:solidFill>
              <a:srgbClr val="138A43"/>
            </a:solidFill>
            <a:prstDash val="solid"/>
          </a:ln>
        </p:spPr>
      </p:sp>
      <p:sp>
        <p:nvSpPr>
          <p:cNvPr id="21" name="">
            <a:extLst xmlns:a="http://schemas.openxmlformats.org/drawingml/2006/main">
              <a:ext uri="{FF2B5EF4-FFF2-40B4-BE49-F238E27FC236}">
                <a16:creationId xmlns:a16="http://schemas.microsoft.com/office/drawing/2014/main" id="{909A2247-E0B6-42F1-B3E2-4293EA96F398}"/>
              </a:ext>
            </a:extLst>
          </p:cNvPr>
          <p:cNvSpPr>
            <a:spLocks xmlns:a="http://schemas.openxmlformats.org/drawingml/2006/main" noGrp="1"/>
          </p:cNvSpPr>
          <p:nvPr/>
        </p:nvSpPr>
        <p:spPr>
          <a:xfrm xmlns:a="http://schemas.openxmlformats.org/drawingml/2006/main">
            <a:off x="7315200" y="27813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1</a:t>
            </a:r>
          </a:p>
        </p:txBody>
      </p:sp>
      <p:sp>
        <p:nvSpPr>
          <p:cNvPr id="22" name="">
            <a:extLst xmlns:a="http://schemas.openxmlformats.org/drawingml/2006/main">
              <a:ext uri="{FF2B5EF4-FFF2-40B4-BE49-F238E27FC236}">
                <a16:creationId xmlns:a16="http://schemas.microsoft.com/office/drawing/2014/main" id="{5C40A699-AF0E-451D-81F1-B050F5827985}"/>
              </a:ext>
            </a:extLst>
          </p:cNvPr>
          <p:cNvSpPr>
            <a:spLocks xmlns:a="http://schemas.openxmlformats.org/drawingml/2006/main" noGrp="1"/>
          </p:cNvSpPr>
          <p:nvPr/>
        </p:nvSpPr>
        <p:spPr>
          <a:xfrm xmlns:a="http://schemas.openxmlformats.org/drawingml/2006/main">
            <a:off x="7772400" y="27717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061A45"/>
                </a:solidFill>
              </a:defRPr>
            </a:pPr>
            <a:r>
              <a:rPr sz="1350" b="0" i="0">
                <a:solidFill>
                  <a:srgbClr val="061A45"/>
                </a:solidFill>
              </a:rPr>
              <a:t>Builds context for this turn</a:t>
            </a:r>
          </a:p>
        </p:txBody>
      </p:sp>
      <p:sp>
        <p:nvSpPr>
          <p:cNvPr id="23" name="">
            <a:extLst xmlns:a="http://schemas.openxmlformats.org/drawingml/2006/main">
              <a:ext uri="{FF2B5EF4-FFF2-40B4-BE49-F238E27FC236}">
                <a16:creationId xmlns:a16="http://schemas.microsoft.com/office/drawing/2014/main" id="{25F477C4-1330-4907-9995-4D5EC118E7E5}"/>
              </a:ext>
            </a:extLst>
          </p:cNvPr>
          <p:cNvSpPr>
            <a:spLocks xmlns:a="http://schemas.openxmlformats.org/drawingml/2006/main" noGrp="1"/>
          </p:cNvSpPr>
          <p:nvPr/>
        </p:nvSpPr>
        <p:spPr>
          <a:xfrm xmlns:a="http://schemas.openxmlformats.org/drawingml/2006/main">
            <a:off x="7200900" y="3143250"/>
            <a:ext cx="400050" cy="400050"/>
          </a:xfrm>
          <a:prstGeom xmlns:a="http://schemas.openxmlformats.org/drawingml/2006/main" prst="roundRect">
            <a:avLst>
              <a:gd name="adj" fmla="val 50000"/>
            </a:avLst>
          </a:prstGeom>
          <a:solidFill xmlns:a="http://schemas.openxmlformats.org/drawingml/2006/main">
            <a:srgbClr val="138A43"/>
          </a:solidFill>
          <a:ln xmlns:a="http://schemas.openxmlformats.org/drawingml/2006/main" w="10478">
            <a:solidFill>
              <a:srgbClr val="138A43"/>
            </a:solidFill>
            <a:prstDash val="solid"/>
          </a:ln>
        </p:spPr>
      </p:sp>
      <p:sp>
        <p:nvSpPr>
          <p:cNvPr id="24" name="">
            <a:extLst xmlns:a="http://schemas.openxmlformats.org/drawingml/2006/main">
              <a:ext uri="{FF2B5EF4-FFF2-40B4-BE49-F238E27FC236}">
                <a16:creationId xmlns:a16="http://schemas.microsoft.com/office/drawing/2014/main" id="{F8CC99E8-CD3B-480D-8A74-6F895D9852DE}"/>
              </a:ext>
            </a:extLst>
          </p:cNvPr>
          <p:cNvSpPr>
            <a:spLocks xmlns:a="http://schemas.openxmlformats.org/drawingml/2006/main" noGrp="1"/>
          </p:cNvSpPr>
          <p:nvPr/>
        </p:nvSpPr>
        <p:spPr>
          <a:xfrm xmlns:a="http://schemas.openxmlformats.org/drawingml/2006/main">
            <a:off x="7315200" y="32385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2</a:t>
            </a:r>
          </a:p>
        </p:txBody>
      </p:sp>
      <p:sp>
        <p:nvSpPr>
          <p:cNvPr id="25" name="">
            <a:extLst xmlns:a="http://schemas.openxmlformats.org/drawingml/2006/main">
              <a:ext uri="{FF2B5EF4-FFF2-40B4-BE49-F238E27FC236}">
                <a16:creationId xmlns:a16="http://schemas.microsoft.com/office/drawing/2014/main" id="{DA347EBF-D0FC-4443-9370-60391D575148}"/>
              </a:ext>
            </a:extLst>
          </p:cNvPr>
          <p:cNvSpPr>
            <a:spLocks xmlns:a="http://schemas.openxmlformats.org/drawingml/2006/main" noGrp="1"/>
          </p:cNvSpPr>
          <p:nvPr/>
        </p:nvSpPr>
        <p:spPr>
          <a:xfrm xmlns:a="http://schemas.openxmlformats.org/drawingml/2006/main">
            <a:off x="7772400" y="32289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061A45"/>
                </a:solidFill>
              </a:defRPr>
            </a:pPr>
            <a:r>
              <a:rPr sz="1350" b="0" i="0">
                <a:solidFill>
                  <a:srgbClr val="061A45"/>
                </a:solidFill>
              </a:rPr>
              <a:t>Injects instructions and tools</a:t>
            </a:r>
          </a:p>
        </p:txBody>
      </p:sp>
      <p:sp>
        <p:nvSpPr>
          <p:cNvPr id="26" name="">
            <a:extLst xmlns:a="http://schemas.openxmlformats.org/drawingml/2006/main">
              <a:ext uri="{FF2B5EF4-FFF2-40B4-BE49-F238E27FC236}">
                <a16:creationId xmlns:a16="http://schemas.microsoft.com/office/drawing/2014/main" id="{2A8918D4-71C8-4B49-956A-DD689D885DEA}"/>
              </a:ext>
            </a:extLst>
          </p:cNvPr>
          <p:cNvSpPr>
            <a:spLocks xmlns:a="http://schemas.openxmlformats.org/drawingml/2006/main" noGrp="1"/>
          </p:cNvSpPr>
          <p:nvPr/>
        </p:nvSpPr>
        <p:spPr>
          <a:xfrm xmlns:a="http://schemas.openxmlformats.org/drawingml/2006/main">
            <a:off x="7200900" y="3600450"/>
            <a:ext cx="400050" cy="400050"/>
          </a:xfrm>
          <a:prstGeom xmlns:a="http://schemas.openxmlformats.org/drawingml/2006/main" prst="roundRect">
            <a:avLst>
              <a:gd name="adj" fmla="val 50000"/>
            </a:avLst>
          </a:prstGeom>
          <a:solidFill xmlns:a="http://schemas.openxmlformats.org/drawingml/2006/main">
            <a:srgbClr val="138A43"/>
          </a:solidFill>
          <a:ln xmlns:a="http://schemas.openxmlformats.org/drawingml/2006/main" w="10478">
            <a:solidFill>
              <a:srgbClr val="138A43"/>
            </a:solidFill>
            <a:prstDash val="solid"/>
          </a:ln>
        </p:spPr>
      </p:sp>
      <p:sp>
        <p:nvSpPr>
          <p:cNvPr id="27" name="">
            <a:extLst xmlns:a="http://schemas.openxmlformats.org/drawingml/2006/main">
              <a:ext uri="{FF2B5EF4-FFF2-40B4-BE49-F238E27FC236}">
                <a16:creationId xmlns:a16="http://schemas.microsoft.com/office/drawing/2014/main" id="{A17A2D33-4455-4B5B-BD50-2ABE559E8CBE}"/>
              </a:ext>
            </a:extLst>
          </p:cNvPr>
          <p:cNvSpPr>
            <a:spLocks xmlns:a="http://schemas.openxmlformats.org/drawingml/2006/main" noGrp="1"/>
          </p:cNvSpPr>
          <p:nvPr/>
        </p:nvSpPr>
        <p:spPr>
          <a:xfrm xmlns:a="http://schemas.openxmlformats.org/drawingml/2006/main">
            <a:off x="7315200" y="36957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3</a:t>
            </a:r>
          </a:p>
        </p:txBody>
      </p:sp>
      <p:sp>
        <p:nvSpPr>
          <p:cNvPr id="28" name="">
            <a:extLst xmlns:a="http://schemas.openxmlformats.org/drawingml/2006/main">
              <a:ext uri="{FF2B5EF4-FFF2-40B4-BE49-F238E27FC236}">
                <a16:creationId xmlns:a16="http://schemas.microsoft.com/office/drawing/2014/main" id="{BC2980AC-B263-4B3C-9EAE-86B1A511997F}"/>
              </a:ext>
            </a:extLst>
          </p:cNvPr>
          <p:cNvSpPr>
            <a:spLocks xmlns:a="http://schemas.openxmlformats.org/drawingml/2006/main" noGrp="1"/>
          </p:cNvSpPr>
          <p:nvPr/>
        </p:nvSpPr>
        <p:spPr>
          <a:xfrm xmlns:a="http://schemas.openxmlformats.org/drawingml/2006/main">
            <a:off x="7772400" y="36861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061A45"/>
                </a:solidFill>
              </a:defRPr>
            </a:pPr>
            <a:r>
              <a:rPr sz="1350" b="0" i="0">
                <a:solidFill>
                  <a:srgbClr val="061A45"/>
                </a:solidFill>
              </a:rPr>
              <a:t>Validates permissions and risk</a:t>
            </a:r>
          </a:p>
        </p:txBody>
      </p:sp>
      <p:sp>
        <p:nvSpPr>
          <p:cNvPr id="29" name="">
            <a:extLst xmlns:a="http://schemas.openxmlformats.org/drawingml/2006/main">
              <a:ext uri="{FF2B5EF4-FFF2-40B4-BE49-F238E27FC236}">
                <a16:creationId xmlns:a16="http://schemas.microsoft.com/office/drawing/2014/main" id="{6A39EBD0-A816-41A0-9EB0-A00A90AC42D7}"/>
              </a:ext>
            </a:extLst>
          </p:cNvPr>
          <p:cNvSpPr>
            <a:spLocks xmlns:a="http://schemas.openxmlformats.org/drawingml/2006/main" noGrp="1"/>
          </p:cNvSpPr>
          <p:nvPr/>
        </p:nvSpPr>
        <p:spPr>
          <a:xfrm xmlns:a="http://schemas.openxmlformats.org/drawingml/2006/main">
            <a:off x="7200900" y="4057650"/>
            <a:ext cx="400050" cy="400050"/>
          </a:xfrm>
          <a:prstGeom xmlns:a="http://schemas.openxmlformats.org/drawingml/2006/main" prst="roundRect">
            <a:avLst>
              <a:gd name="adj" fmla="val 50000"/>
            </a:avLst>
          </a:prstGeom>
          <a:solidFill xmlns:a="http://schemas.openxmlformats.org/drawingml/2006/main">
            <a:srgbClr val="138A43"/>
          </a:solidFill>
          <a:ln xmlns:a="http://schemas.openxmlformats.org/drawingml/2006/main" w="10478">
            <a:solidFill>
              <a:srgbClr val="138A43"/>
            </a:solidFill>
            <a:prstDash val="solid"/>
          </a:ln>
        </p:spPr>
      </p:sp>
      <p:sp>
        <p:nvSpPr>
          <p:cNvPr id="30" name="">
            <a:extLst xmlns:a="http://schemas.openxmlformats.org/drawingml/2006/main">
              <a:ext uri="{FF2B5EF4-FFF2-40B4-BE49-F238E27FC236}">
                <a16:creationId xmlns:a16="http://schemas.microsoft.com/office/drawing/2014/main" id="{2A792B6D-BCB5-4E15-A528-32723430986C}"/>
              </a:ext>
            </a:extLst>
          </p:cNvPr>
          <p:cNvSpPr>
            <a:spLocks xmlns:a="http://schemas.openxmlformats.org/drawingml/2006/main" noGrp="1"/>
          </p:cNvSpPr>
          <p:nvPr/>
        </p:nvSpPr>
        <p:spPr>
          <a:xfrm xmlns:a="http://schemas.openxmlformats.org/drawingml/2006/main">
            <a:off x="7315200" y="41529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4</a:t>
            </a:r>
          </a:p>
        </p:txBody>
      </p:sp>
      <p:sp>
        <p:nvSpPr>
          <p:cNvPr id="31" name="">
            <a:extLst xmlns:a="http://schemas.openxmlformats.org/drawingml/2006/main">
              <a:ext uri="{FF2B5EF4-FFF2-40B4-BE49-F238E27FC236}">
                <a16:creationId xmlns:a16="http://schemas.microsoft.com/office/drawing/2014/main" id="{D88B063B-5960-426E-85BE-3847A6A7EEA3}"/>
              </a:ext>
            </a:extLst>
          </p:cNvPr>
          <p:cNvSpPr>
            <a:spLocks xmlns:a="http://schemas.openxmlformats.org/drawingml/2006/main" noGrp="1"/>
          </p:cNvSpPr>
          <p:nvPr/>
        </p:nvSpPr>
        <p:spPr>
          <a:xfrm xmlns:a="http://schemas.openxmlformats.org/drawingml/2006/main">
            <a:off x="7772400" y="41433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061A45"/>
                </a:solidFill>
              </a:defRPr>
            </a:pPr>
            <a:r>
              <a:rPr sz="1350" b="0" i="0">
                <a:solidFill>
                  <a:srgbClr val="061A45"/>
                </a:solidFill>
              </a:rPr>
              <a:t>Executes outside the model and writes back</a:t>
            </a:r>
          </a:p>
        </p:txBody>
      </p:sp>
      <p:sp>
        <p:nvSpPr>
          <p:cNvPr id="32" name="">
            <a:extLst xmlns:a="http://schemas.openxmlformats.org/drawingml/2006/main">
              <a:ext uri="{FF2B5EF4-FFF2-40B4-BE49-F238E27FC236}">
                <a16:creationId xmlns:a16="http://schemas.microsoft.com/office/drawing/2014/main" id="{3C63A8A5-CBE8-449B-BD94-45112C591C1F}"/>
              </a:ext>
            </a:extLst>
          </p:cNvPr>
          <p:cNvSpPr>
            <a:spLocks xmlns:a="http://schemas.openxmlformats.org/drawingml/2006/main" noGrp="1"/>
          </p:cNvSpPr>
          <p:nvPr/>
        </p:nvSpPr>
        <p:spPr>
          <a:xfrm xmlns:a="http://schemas.openxmlformats.org/drawingml/2006/main">
            <a:off x="5581650" y="3333750"/>
            <a:ext cx="1028700" cy="0"/>
          </a:xfrm>
          <a:prstGeom xmlns:a="http://schemas.openxmlformats.org/drawingml/2006/main" prst="line">
            <a:avLst/>
          </a:prstGeom>
          <a:ln xmlns:a="http://schemas.openxmlformats.org/drawingml/2006/main" w="38100">
            <a:solidFill>
              <a:srgbClr val="004AAD"/>
            </a:solidFill>
            <a:prstDash val="solid"/>
          </a:ln>
        </p:spPr>
      </p:sp>
      <p:sp>
        <p:nvSpPr>
          <p:cNvPr id="33" name="">
            <a:extLst xmlns:a="http://schemas.openxmlformats.org/drawingml/2006/main">
              <a:ext uri="{FF2B5EF4-FFF2-40B4-BE49-F238E27FC236}">
                <a16:creationId xmlns:a16="http://schemas.microsoft.com/office/drawing/2014/main" id="{318DECBE-AEA0-4341-9158-0D957436FBB5}"/>
              </a:ext>
            </a:extLst>
          </p:cNvPr>
          <p:cNvSpPr>
            <a:spLocks xmlns:a="http://schemas.openxmlformats.org/drawingml/2006/main" noGrp="1"/>
          </p:cNvSpPr>
          <p:nvPr/>
        </p:nvSpPr>
        <p:spPr>
          <a:xfrm xmlns:a="http://schemas.openxmlformats.org/drawingml/2006/main">
            <a:off x="5638800" y="2724150"/>
            <a:ext cx="914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004AAD"/>
                </a:solidFill>
              </a:defRPr>
            </a:pPr>
            <a:r>
              <a:rPr sz="1275" b="0" i="0">
                <a:solidFill>
                  <a:srgbClr val="004AAD"/>
                </a:solidFill>
              </a:rPr>
              <a:t>context</a:t>
            </a:r>
          </a:p>
          <a:p xmlns:a="http://schemas.openxmlformats.org/drawingml/2006/main">
            <a:pPr algn="ctr">
              <a:defRPr sz="1275" b="0" i="0">
                <a:solidFill>
                  <a:srgbClr val="004AAD"/>
                </a:solidFill>
              </a:defRPr>
            </a:pPr>
            <a:r>
              <a:rPr sz="1275" b="0" i="0">
                <a:solidFill>
                  <a:srgbClr val="004AAD"/>
                </a:solidFill>
              </a:rPr>
              <a:t>and calls</a:t>
            </a:r>
          </a:p>
        </p:txBody>
      </p:sp>
      <p:sp>
        <p:nvSpPr>
          <p:cNvPr id="34" name="">
            <a:extLst xmlns:a="http://schemas.openxmlformats.org/drawingml/2006/main">
              <a:ext uri="{FF2B5EF4-FFF2-40B4-BE49-F238E27FC236}">
                <a16:creationId xmlns:a16="http://schemas.microsoft.com/office/drawing/2014/main" id="{2418A3D7-4E26-41BC-93B1-E200288EFEED}"/>
              </a:ext>
            </a:extLst>
          </p:cNvPr>
          <p:cNvSpPr>
            <a:spLocks xmlns:a="http://schemas.openxmlformats.org/drawingml/2006/main" noGrp="1"/>
          </p:cNvSpPr>
          <p:nvPr/>
        </p:nvSpPr>
        <p:spPr>
          <a:xfrm xmlns:a="http://schemas.openxmlformats.org/drawingml/2006/main">
            <a:off x="5638800" y="3600450"/>
            <a:ext cx="914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138A43"/>
                </a:solidFill>
              </a:defRPr>
            </a:pPr>
            <a:r>
              <a:rPr sz="1275" b="0" i="0">
                <a:solidFill>
                  <a:srgbClr val="138A43"/>
                </a:solidFill>
              </a:rPr>
              <a:t>results</a:t>
            </a:r>
          </a:p>
          <a:p xmlns:a="http://schemas.openxmlformats.org/drawingml/2006/main">
            <a:pPr algn="ctr">
              <a:defRPr sz="1275" b="0" i="0">
                <a:solidFill>
                  <a:srgbClr val="138A43"/>
                </a:solidFill>
              </a:defRPr>
            </a:pPr>
            <a:r>
              <a:rPr sz="1275" b="0" i="0">
                <a:solidFill>
                  <a:srgbClr val="138A43"/>
                </a:solidFill>
              </a:rPr>
              <a:t>and logs</a:t>
            </a:r>
          </a:p>
        </p:txBody>
      </p:sp>
      <p:sp>
        <p:nvSpPr>
          <p:cNvPr id="35" name="">
            <a:extLst xmlns:a="http://schemas.openxmlformats.org/drawingml/2006/main">
              <a:ext uri="{FF2B5EF4-FFF2-40B4-BE49-F238E27FC236}">
                <a16:creationId xmlns:a16="http://schemas.microsoft.com/office/drawing/2014/main" id="{9EB6B2FC-B4ED-4088-8932-2F410BF07882}"/>
              </a:ext>
            </a:extLst>
          </p:cNvPr>
          <p:cNvSpPr>
            <a:spLocks xmlns:a="http://schemas.openxmlformats.org/drawingml/2006/main" noGrp="1"/>
          </p:cNvSpPr>
          <p:nvPr/>
        </p:nvSpPr>
        <p:spPr>
          <a:xfrm xmlns:a="http://schemas.openxmlformats.org/drawingml/2006/main">
            <a:off x="1466850" y="5600700"/>
            <a:ext cx="9258300" cy="495300"/>
          </a:xfrm>
          <a:prstGeom xmlns:a="http://schemas.openxmlformats.org/drawingml/2006/main" prst="roundRect">
            <a:avLst>
              <a:gd name="adj" fmla="val 15385"/>
            </a:avLst>
          </a:prstGeom>
          <a:solidFill xmlns:a="http://schemas.openxmlformats.org/drawingml/2006/main">
            <a:srgbClr val="FFF7DF"/>
          </a:solidFill>
          <a:ln xmlns:a="http://schemas.openxmlformats.org/drawingml/2006/main" w="10478">
            <a:solidFill>
              <a:srgbClr val="F0D891"/>
            </a:solidFill>
            <a:prstDash val="solid"/>
          </a:ln>
        </p:spPr>
      </p:sp>
      <p:sp>
        <p:nvSpPr>
          <p:cNvPr id="36" name="">
            <a:extLst xmlns:a="http://schemas.openxmlformats.org/drawingml/2006/main">
              <a:ext uri="{FF2B5EF4-FFF2-40B4-BE49-F238E27FC236}">
                <a16:creationId xmlns:a16="http://schemas.microsoft.com/office/drawing/2014/main" id="{5E18022C-CBAE-4D4F-8414-624D1079FECD}"/>
              </a:ext>
            </a:extLst>
          </p:cNvPr>
          <p:cNvSpPr>
            <a:spLocks xmlns:a="http://schemas.openxmlformats.org/drawingml/2006/main" noGrp="1"/>
          </p:cNvSpPr>
          <p:nvPr/>
        </p:nvSpPr>
        <p:spPr>
          <a:xfrm xmlns:a="http://schemas.openxmlformats.org/drawingml/2006/main">
            <a:off x="1866900" y="575310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D88A00"/>
                </a:solidFill>
              </a:defRPr>
            </a:pPr>
            <a:r>
              <a:rPr sz="1500" b="1" i="0">
                <a:solidFill>
                  <a:srgbClr val="D88A00"/>
                </a:solidFill>
              </a:rPr>
              <a:t>Boundary</a:t>
            </a:r>
          </a:p>
        </p:txBody>
      </p:sp>
      <p:sp>
        <p:nvSpPr>
          <p:cNvPr id="37" name="">
            <a:extLst xmlns:a="http://schemas.openxmlformats.org/drawingml/2006/main">
              <a:ext uri="{FF2B5EF4-FFF2-40B4-BE49-F238E27FC236}">
                <a16:creationId xmlns:a16="http://schemas.microsoft.com/office/drawing/2014/main" id="{6951EBB4-57A2-41D0-A3ED-CD44F549CCBE}"/>
              </a:ext>
            </a:extLst>
          </p:cNvPr>
          <p:cNvSpPr>
            <a:spLocks xmlns:a="http://schemas.openxmlformats.org/drawingml/2006/main" noGrp="1"/>
          </p:cNvSpPr>
          <p:nvPr/>
        </p:nvSpPr>
        <p:spPr>
          <a:xfrm xmlns:a="http://schemas.openxmlformats.org/drawingml/2006/main">
            <a:off x="3295650" y="5753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061A45"/>
                </a:solidFill>
              </a:defRPr>
            </a:pPr>
            <a:r>
              <a:rPr sz="1350" b="0" i="0">
                <a:solidFill>
                  <a:srgbClr val="061A45"/>
                </a:solidFill>
              </a:rPr>
              <a:t>The harness manages context budget; it does not enlarge the model's context window.</a:t>
            </a:r>
          </a:p>
        </p:txBody>
      </p:sp>
    </p:spTree>
    <p:extLst>
      <p:ext uri="{BB962C8B-B14F-4D97-AF65-F5344CB8AC3E}">
        <p14:creationId xmlns:p14="http://schemas.microsoft.com/office/powerpoint/2010/main" val="11158626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F2F3983-6807-4929-93C6-563BF9EDB66B}"/>
              </a:ext>
            </a:extLst>
          </p:cNvPr>
          <p:cNvSpPr>
            <a:spLocks xmlns:a="http://schemas.openxmlformats.org/drawingml/2006/main" noGrp="1"/>
          </p:cNvSpPr>
          <p:nvPr/>
        </p:nvSpPr>
        <p:spPr>
          <a:xfrm xmlns:a="http://schemas.openxmlformats.org/drawingml/2006/main">
            <a:off x="457200" y="2667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61A45"/>
                </a:solidFill>
              </a:defRPr>
            </a:pPr>
            <a:r>
              <a:rPr sz="2850" b="1" i="0">
                <a:solidFill>
                  <a:srgbClr val="061A45"/>
                </a:solidFill>
              </a:rPr>
              <a:t>The Harness Manages the Paper for Each Turn</a:t>
            </a:r>
          </a:p>
        </p:txBody>
      </p:sp>
      <p:sp>
        <p:nvSpPr>
          <p:cNvPr id="2" name="">
            <a:extLst xmlns:a="http://schemas.openxmlformats.org/drawingml/2006/main">
              <a:ext uri="{FF2B5EF4-FFF2-40B4-BE49-F238E27FC236}">
                <a16:creationId xmlns:a16="http://schemas.microsoft.com/office/drawing/2014/main" id="{2979951C-4249-4FB9-9933-AE5668329A05}"/>
              </a:ext>
            </a:extLst>
          </p:cNvPr>
          <p:cNvSpPr>
            <a:spLocks xmlns:a="http://schemas.openxmlformats.org/drawingml/2006/main" noGrp="1"/>
          </p:cNvSpPr>
          <p:nvPr/>
        </p:nvSpPr>
        <p:spPr>
          <a:xfrm xmlns:a="http://schemas.openxmlformats.org/drawingml/2006/main">
            <a:off x="2095500" y="838200"/>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1">
                <a:solidFill>
                  <a:srgbClr val="004AAD"/>
                </a:solidFill>
              </a:defRPr>
            </a:pPr>
            <a:r>
              <a:rPr sz="1500" b="0" i="1">
                <a:solidFill>
                  <a:srgbClr val="004AAD"/>
                </a:solidFill>
              </a:rPr>
              <a:t>It assembles what the model sees and records what happens next.</a:t>
            </a:r>
          </a:p>
        </p:txBody>
      </p:sp>
      <p:sp>
        <p:nvSpPr>
          <p:cNvPr id="3" name="">
            <a:extLst xmlns:a="http://schemas.openxmlformats.org/drawingml/2006/main">
              <a:ext uri="{FF2B5EF4-FFF2-40B4-BE49-F238E27FC236}">
                <a16:creationId xmlns:a16="http://schemas.microsoft.com/office/drawing/2014/main" id="{4D098F7E-0A86-4328-9F5B-26A3186453E7}"/>
              </a:ext>
            </a:extLst>
          </p:cNvPr>
          <p:cNvSpPr>
            <a:spLocks xmlns:a="http://schemas.openxmlformats.org/drawingml/2006/main" noGrp="1"/>
          </p:cNvSpPr>
          <p:nvPr/>
        </p:nvSpPr>
        <p:spPr>
          <a:xfrm xmlns:a="http://schemas.openxmlformats.org/drawingml/2006/main">
            <a:off x="457200" y="1162050"/>
            <a:ext cx="11277600" cy="0"/>
          </a:xfrm>
          <a:prstGeom xmlns:a="http://schemas.openxmlformats.org/drawingml/2006/main" prst="line">
            <a:avLst/>
          </a:prstGeom>
          <a:ln xmlns:a="http://schemas.openxmlformats.org/drawingml/2006/main" w="19050">
            <a:solidFill>
              <a:srgbClr val="004AAD"/>
            </a:solidFill>
            <a:prstDash val="solid"/>
          </a:ln>
        </p:spPr>
      </p:sp>
      <p:sp>
        <p:nvSpPr>
          <p:cNvPr id="4" name="">
            <a:extLst xmlns:a="http://schemas.openxmlformats.org/drawingml/2006/main">
              <a:ext uri="{FF2B5EF4-FFF2-40B4-BE49-F238E27FC236}">
                <a16:creationId xmlns:a16="http://schemas.microsoft.com/office/drawing/2014/main" id="{E09B2050-5F11-41D5-949A-07AADAAB63F1}"/>
              </a:ext>
            </a:extLst>
          </p:cNvPr>
          <p:cNvSpPr>
            <a:spLocks xmlns:a="http://schemas.openxmlformats.org/drawingml/2006/main" noGrp="1"/>
          </p:cNvSpPr>
          <p:nvPr/>
        </p:nvSpPr>
        <p:spPr>
          <a:xfrm xmlns:a="http://schemas.openxmlformats.org/drawingml/2006/main">
            <a:off x="4400550" y="1695450"/>
            <a:ext cx="33909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0478">
            <a:solidFill>
              <a:srgbClr val="004A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5BE6AB65-EB15-4D90-A8B2-BFC85048B400}"/>
              </a:ext>
            </a:extLst>
          </p:cNvPr>
          <p:cNvSpPr>
            <a:spLocks xmlns:a="http://schemas.openxmlformats.org/drawingml/2006/main" noGrp="1"/>
          </p:cNvSpPr>
          <p:nvPr/>
        </p:nvSpPr>
        <p:spPr>
          <a:xfrm xmlns:a="http://schemas.openxmlformats.org/drawingml/2006/main">
            <a:off x="4953000" y="19621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004AAD"/>
                </a:solidFill>
              </a:defRPr>
            </a:pPr>
            <a:r>
              <a:rPr sz="2100" b="1" i="0">
                <a:solidFill>
                  <a:srgbClr val="004AAD"/>
                </a:solidFill>
              </a:rPr>
              <a:t>Paper / Context</a:t>
            </a:r>
          </a:p>
        </p:txBody>
      </p:sp>
      <p:sp>
        <p:nvSpPr>
          <p:cNvPr id="6" name="">
            <a:extLst xmlns:a="http://schemas.openxmlformats.org/drawingml/2006/main">
              <a:ext uri="{FF2B5EF4-FFF2-40B4-BE49-F238E27FC236}">
                <a16:creationId xmlns:a16="http://schemas.microsoft.com/office/drawing/2014/main" id="{A118F27B-6772-48DF-9A11-A356A103EF5F}"/>
              </a:ext>
            </a:extLst>
          </p:cNvPr>
          <p:cNvSpPr>
            <a:spLocks xmlns:a="http://schemas.openxmlformats.org/drawingml/2006/main" noGrp="1"/>
          </p:cNvSpPr>
          <p:nvPr/>
        </p:nvSpPr>
        <p:spPr>
          <a:xfrm xmlns:a="http://schemas.openxmlformats.org/drawingml/2006/main">
            <a:off x="4914900" y="2457450"/>
            <a:ext cx="2362200" cy="285750"/>
          </a:xfrm>
          <a:prstGeom xmlns:a="http://schemas.openxmlformats.org/drawingml/2006/main" prst="roundRect">
            <a:avLst>
              <a:gd name="adj" fmla="val 20000"/>
            </a:avLst>
          </a:prstGeom>
          <a:solidFill xmlns:a="http://schemas.openxmlformats.org/drawingml/2006/main">
            <a:srgbClr val="F8FBFF"/>
          </a:solidFill>
          <a:ln xmlns:a="http://schemas.openxmlformats.org/drawingml/2006/main" w="10478">
            <a:solidFill>
              <a:srgbClr val="D7E6FB"/>
            </a:solidFill>
            <a:prstDash val="solid"/>
          </a:ln>
        </p:spPr>
      </p:sp>
      <p:sp>
        <p:nvSpPr>
          <p:cNvPr id="7" name="">
            <a:extLst xmlns:a="http://schemas.openxmlformats.org/drawingml/2006/main">
              <a:ext uri="{FF2B5EF4-FFF2-40B4-BE49-F238E27FC236}">
                <a16:creationId xmlns:a16="http://schemas.microsoft.com/office/drawing/2014/main" id="{DE0DBAAF-989F-4A50-BB4E-E8581BC6D0C2}"/>
              </a:ext>
            </a:extLst>
          </p:cNvPr>
          <p:cNvSpPr>
            <a:spLocks xmlns:a="http://schemas.openxmlformats.org/drawingml/2006/main" noGrp="1"/>
          </p:cNvSpPr>
          <p:nvPr/>
        </p:nvSpPr>
        <p:spPr>
          <a:xfrm xmlns:a="http://schemas.openxmlformats.org/drawingml/2006/main">
            <a:off x="5105400" y="2524125"/>
            <a:ext cx="1981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61A45"/>
                </a:solidFill>
              </a:defRPr>
            </a:pPr>
            <a:r>
              <a:rPr sz="1200" b="1" i="0">
                <a:solidFill>
                  <a:srgbClr val="061A45"/>
                </a:solidFill>
              </a:rPr>
              <a:t>System rules</a:t>
            </a:r>
          </a:p>
        </p:txBody>
      </p:sp>
      <p:sp>
        <p:nvSpPr>
          <p:cNvPr id="8" name="">
            <a:extLst xmlns:a="http://schemas.openxmlformats.org/drawingml/2006/main">
              <a:ext uri="{FF2B5EF4-FFF2-40B4-BE49-F238E27FC236}">
                <a16:creationId xmlns:a16="http://schemas.microsoft.com/office/drawing/2014/main" id="{7998FDB8-D136-4FA2-903B-4CA60EDC6D11}"/>
              </a:ext>
            </a:extLst>
          </p:cNvPr>
          <p:cNvSpPr>
            <a:spLocks xmlns:a="http://schemas.openxmlformats.org/drawingml/2006/main" noGrp="1"/>
          </p:cNvSpPr>
          <p:nvPr/>
        </p:nvSpPr>
        <p:spPr>
          <a:xfrm xmlns:a="http://schemas.openxmlformats.org/drawingml/2006/main">
            <a:off x="4914900" y="2876550"/>
            <a:ext cx="2362200" cy="285750"/>
          </a:xfrm>
          <a:prstGeom xmlns:a="http://schemas.openxmlformats.org/drawingml/2006/main" prst="roundRect">
            <a:avLst>
              <a:gd name="adj" fmla="val 20000"/>
            </a:avLst>
          </a:prstGeom>
          <a:solidFill xmlns:a="http://schemas.openxmlformats.org/drawingml/2006/main">
            <a:srgbClr val="EEF6FF"/>
          </a:solidFill>
          <a:ln xmlns:a="http://schemas.openxmlformats.org/drawingml/2006/main" w="10478">
            <a:solidFill>
              <a:srgbClr val="D7E6FB"/>
            </a:solidFill>
            <a:prstDash val="solid"/>
          </a:ln>
        </p:spPr>
      </p:sp>
      <p:sp>
        <p:nvSpPr>
          <p:cNvPr id="9" name="">
            <a:extLst xmlns:a="http://schemas.openxmlformats.org/drawingml/2006/main">
              <a:ext uri="{FF2B5EF4-FFF2-40B4-BE49-F238E27FC236}">
                <a16:creationId xmlns:a16="http://schemas.microsoft.com/office/drawing/2014/main" id="{E944B812-2901-405D-914B-895A67FBBA50}"/>
              </a:ext>
            </a:extLst>
          </p:cNvPr>
          <p:cNvSpPr>
            <a:spLocks xmlns:a="http://schemas.openxmlformats.org/drawingml/2006/main" noGrp="1"/>
          </p:cNvSpPr>
          <p:nvPr/>
        </p:nvSpPr>
        <p:spPr>
          <a:xfrm xmlns:a="http://schemas.openxmlformats.org/drawingml/2006/main">
            <a:off x="5105400" y="2943225"/>
            <a:ext cx="1981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61A45"/>
                </a:solidFill>
              </a:defRPr>
            </a:pPr>
            <a:r>
              <a:rPr sz="1200" b="1" i="0">
                <a:solidFill>
                  <a:srgbClr val="061A45"/>
                </a:solidFill>
              </a:rPr>
              <a:t>User message</a:t>
            </a:r>
          </a:p>
        </p:txBody>
      </p:sp>
      <p:sp>
        <p:nvSpPr>
          <p:cNvPr id="10" name="">
            <a:extLst xmlns:a="http://schemas.openxmlformats.org/drawingml/2006/main">
              <a:ext uri="{FF2B5EF4-FFF2-40B4-BE49-F238E27FC236}">
                <a16:creationId xmlns:a16="http://schemas.microsoft.com/office/drawing/2014/main" id="{3271D9FC-7CBD-46DE-BDB9-9842174BBABC}"/>
              </a:ext>
            </a:extLst>
          </p:cNvPr>
          <p:cNvSpPr>
            <a:spLocks xmlns:a="http://schemas.openxmlformats.org/drawingml/2006/main" noGrp="1"/>
          </p:cNvSpPr>
          <p:nvPr/>
        </p:nvSpPr>
        <p:spPr>
          <a:xfrm xmlns:a="http://schemas.openxmlformats.org/drawingml/2006/main">
            <a:off x="4914900" y="3295650"/>
            <a:ext cx="2362200" cy="285750"/>
          </a:xfrm>
          <a:prstGeom xmlns:a="http://schemas.openxmlformats.org/drawingml/2006/main" prst="roundRect">
            <a:avLst>
              <a:gd name="adj" fmla="val 20000"/>
            </a:avLst>
          </a:prstGeom>
          <a:solidFill xmlns:a="http://schemas.openxmlformats.org/drawingml/2006/main">
            <a:srgbClr val="F8FBFF"/>
          </a:solidFill>
          <a:ln xmlns:a="http://schemas.openxmlformats.org/drawingml/2006/main" w="10478">
            <a:solidFill>
              <a:srgbClr val="D7E6FB"/>
            </a:solidFill>
            <a:prstDash val="solid"/>
          </a:ln>
        </p:spPr>
      </p:sp>
      <p:sp>
        <p:nvSpPr>
          <p:cNvPr id="11" name="">
            <a:extLst xmlns:a="http://schemas.openxmlformats.org/drawingml/2006/main">
              <a:ext uri="{FF2B5EF4-FFF2-40B4-BE49-F238E27FC236}">
                <a16:creationId xmlns:a16="http://schemas.microsoft.com/office/drawing/2014/main" id="{FBDFBCC5-108A-4C48-94A5-6508F93A2C74}"/>
              </a:ext>
            </a:extLst>
          </p:cNvPr>
          <p:cNvSpPr>
            <a:spLocks xmlns:a="http://schemas.openxmlformats.org/drawingml/2006/main" noGrp="1"/>
          </p:cNvSpPr>
          <p:nvPr/>
        </p:nvSpPr>
        <p:spPr>
          <a:xfrm xmlns:a="http://schemas.openxmlformats.org/drawingml/2006/main">
            <a:off x="5105400" y="3362325"/>
            <a:ext cx="1981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61A45"/>
                </a:solidFill>
              </a:defRPr>
            </a:pPr>
            <a:r>
              <a:rPr sz="1200" b="1" i="0">
                <a:solidFill>
                  <a:srgbClr val="061A45"/>
                </a:solidFill>
              </a:rPr>
              <a:t>Tool definitions</a:t>
            </a:r>
          </a:p>
        </p:txBody>
      </p:sp>
      <p:sp>
        <p:nvSpPr>
          <p:cNvPr id="12" name="">
            <a:extLst xmlns:a="http://schemas.openxmlformats.org/drawingml/2006/main">
              <a:ext uri="{FF2B5EF4-FFF2-40B4-BE49-F238E27FC236}">
                <a16:creationId xmlns:a16="http://schemas.microsoft.com/office/drawing/2014/main" id="{F6740F47-7BA5-4647-8029-0D61437EC6AD}"/>
              </a:ext>
            </a:extLst>
          </p:cNvPr>
          <p:cNvSpPr>
            <a:spLocks xmlns:a="http://schemas.openxmlformats.org/drawingml/2006/main" noGrp="1"/>
          </p:cNvSpPr>
          <p:nvPr/>
        </p:nvSpPr>
        <p:spPr>
          <a:xfrm xmlns:a="http://schemas.openxmlformats.org/drawingml/2006/main">
            <a:off x="4914900" y="3714750"/>
            <a:ext cx="2362200" cy="285750"/>
          </a:xfrm>
          <a:prstGeom xmlns:a="http://schemas.openxmlformats.org/drawingml/2006/main" prst="roundRect">
            <a:avLst>
              <a:gd name="adj" fmla="val 20000"/>
            </a:avLst>
          </a:prstGeom>
          <a:solidFill xmlns:a="http://schemas.openxmlformats.org/drawingml/2006/main">
            <a:srgbClr val="EEF6FF"/>
          </a:solidFill>
          <a:ln xmlns:a="http://schemas.openxmlformats.org/drawingml/2006/main" w="10478">
            <a:solidFill>
              <a:srgbClr val="D7E6FB"/>
            </a:solidFill>
            <a:prstDash val="solid"/>
          </a:ln>
        </p:spPr>
      </p:sp>
      <p:sp>
        <p:nvSpPr>
          <p:cNvPr id="13" name="">
            <a:extLst xmlns:a="http://schemas.openxmlformats.org/drawingml/2006/main">
              <a:ext uri="{FF2B5EF4-FFF2-40B4-BE49-F238E27FC236}">
                <a16:creationId xmlns:a16="http://schemas.microsoft.com/office/drawing/2014/main" id="{1D153882-655B-4674-B5E6-26FB19DE1383}"/>
              </a:ext>
            </a:extLst>
          </p:cNvPr>
          <p:cNvSpPr>
            <a:spLocks xmlns:a="http://schemas.openxmlformats.org/drawingml/2006/main" noGrp="1"/>
          </p:cNvSpPr>
          <p:nvPr/>
        </p:nvSpPr>
        <p:spPr>
          <a:xfrm xmlns:a="http://schemas.openxmlformats.org/drawingml/2006/main">
            <a:off x="5105400" y="3781425"/>
            <a:ext cx="1981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Conversation state</a:t>
            </a:r>
          </a:p>
        </p:txBody>
      </p:sp>
      <p:sp>
        <p:nvSpPr>
          <p:cNvPr id="14" name="">
            <a:extLst xmlns:a="http://schemas.openxmlformats.org/drawingml/2006/main">
              <a:ext uri="{FF2B5EF4-FFF2-40B4-BE49-F238E27FC236}">
                <a16:creationId xmlns:a16="http://schemas.microsoft.com/office/drawing/2014/main" id="{C92ED8BE-5125-4867-9A86-4EED44BE7E89}"/>
              </a:ext>
            </a:extLst>
          </p:cNvPr>
          <p:cNvSpPr>
            <a:spLocks xmlns:a="http://schemas.openxmlformats.org/drawingml/2006/main" noGrp="1"/>
          </p:cNvSpPr>
          <p:nvPr/>
        </p:nvSpPr>
        <p:spPr>
          <a:xfrm xmlns:a="http://schemas.openxmlformats.org/drawingml/2006/main">
            <a:off x="4914900" y="4133850"/>
            <a:ext cx="2362200" cy="285750"/>
          </a:xfrm>
          <a:prstGeom xmlns:a="http://schemas.openxmlformats.org/drawingml/2006/main" prst="roundRect">
            <a:avLst>
              <a:gd name="adj" fmla="val 20000"/>
            </a:avLst>
          </a:prstGeom>
          <a:solidFill xmlns:a="http://schemas.openxmlformats.org/drawingml/2006/main">
            <a:srgbClr val="F8FBFF"/>
          </a:solidFill>
          <a:ln xmlns:a="http://schemas.openxmlformats.org/drawingml/2006/main" w="10478">
            <a:solidFill>
              <a:srgbClr val="D7E6FB"/>
            </a:solidFill>
            <a:prstDash val="solid"/>
          </a:ln>
        </p:spPr>
      </p:sp>
      <p:sp>
        <p:nvSpPr>
          <p:cNvPr id="15" name="">
            <a:extLst xmlns:a="http://schemas.openxmlformats.org/drawingml/2006/main">
              <a:ext uri="{FF2B5EF4-FFF2-40B4-BE49-F238E27FC236}">
                <a16:creationId xmlns:a16="http://schemas.microsoft.com/office/drawing/2014/main" id="{59058149-07BC-4076-8E54-0CDB92F128B7}"/>
              </a:ext>
            </a:extLst>
          </p:cNvPr>
          <p:cNvSpPr>
            <a:spLocks xmlns:a="http://schemas.openxmlformats.org/drawingml/2006/main" noGrp="1"/>
          </p:cNvSpPr>
          <p:nvPr/>
        </p:nvSpPr>
        <p:spPr>
          <a:xfrm xmlns:a="http://schemas.openxmlformats.org/drawingml/2006/main">
            <a:off x="5105400" y="4200525"/>
            <a:ext cx="1981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Tool results</a:t>
            </a:r>
          </a:p>
        </p:txBody>
      </p:sp>
      <p:sp>
        <p:nvSpPr>
          <p:cNvPr id="16" name="">
            <a:extLst xmlns:a="http://schemas.openxmlformats.org/drawingml/2006/main">
              <a:ext uri="{FF2B5EF4-FFF2-40B4-BE49-F238E27FC236}">
                <a16:creationId xmlns:a16="http://schemas.microsoft.com/office/drawing/2014/main" id="{241F98E4-1570-4521-91BE-8EB00A630DB3}"/>
              </a:ext>
            </a:extLst>
          </p:cNvPr>
          <p:cNvSpPr>
            <a:spLocks xmlns:a="http://schemas.openxmlformats.org/drawingml/2006/main" noGrp="1"/>
          </p:cNvSpPr>
          <p:nvPr/>
        </p:nvSpPr>
        <p:spPr>
          <a:xfrm xmlns:a="http://schemas.openxmlformats.org/drawingml/2006/main">
            <a:off x="685800" y="1790700"/>
            <a:ext cx="28575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478">
            <a:solidFill>
              <a:srgbClr val="004AAD"/>
            </a:solidFill>
            <a:prstDash val="solid"/>
          </a:ln>
        </p:spPr>
      </p:sp>
      <p:sp>
        <p:nvSpPr>
          <p:cNvPr id="17" name="">
            <a:extLst xmlns:a="http://schemas.openxmlformats.org/drawingml/2006/main">
              <a:ext uri="{FF2B5EF4-FFF2-40B4-BE49-F238E27FC236}">
                <a16:creationId xmlns:a16="http://schemas.microsoft.com/office/drawing/2014/main" id="{AB271EAB-7335-4E40-8CE2-43E76A94EA47}"/>
              </a:ext>
            </a:extLst>
          </p:cNvPr>
          <p:cNvSpPr>
            <a:spLocks xmlns:a="http://schemas.openxmlformats.org/drawingml/2006/main" noGrp="1"/>
          </p:cNvSpPr>
          <p:nvPr/>
        </p:nvSpPr>
        <p:spPr>
          <a:xfrm xmlns:a="http://schemas.openxmlformats.org/drawingml/2006/main">
            <a:off x="857250" y="2038350"/>
            <a:ext cx="400050" cy="400050"/>
          </a:xfrm>
          <a:prstGeom xmlns:a="http://schemas.openxmlformats.org/drawingml/2006/main" prst="roundRect">
            <a:avLst>
              <a:gd name="adj" fmla="val 50000"/>
            </a:avLst>
          </a:prstGeom>
          <a:solidFill xmlns:a="http://schemas.openxmlformats.org/drawingml/2006/main">
            <a:srgbClr val="004AAD"/>
          </a:solidFill>
          <a:ln xmlns:a="http://schemas.openxmlformats.org/drawingml/2006/main" w="10478">
            <a:solidFill>
              <a:srgbClr val="004AAD"/>
            </a:solidFill>
            <a:prstDash val="solid"/>
          </a:ln>
        </p:spPr>
      </p:sp>
      <p:sp>
        <p:nvSpPr>
          <p:cNvPr id="18" name="">
            <a:extLst xmlns:a="http://schemas.openxmlformats.org/drawingml/2006/main">
              <a:ext uri="{FF2B5EF4-FFF2-40B4-BE49-F238E27FC236}">
                <a16:creationId xmlns:a16="http://schemas.microsoft.com/office/drawing/2014/main" id="{6BDD2224-835D-44AB-A104-FB15BB26FFC6}"/>
              </a:ext>
            </a:extLst>
          </p:cNvPr>
          <p:cNvSpPr>
            <a:spLocks xmlns:a="http://schemas.openxmlformats.org/drawingml/2006/main" noGrp="1"/>
          </p:cNvSpPr>
          <p:nvPr/>
        </p:nvSpPr>
        <p:spPr>
          <a:xfrm xmlns:a="http://schemas.openxmlformats.org/drawingml/2006/main">
            <a:off x="971550" y="21336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1</a:t>
            </a:r>
          </a:p>
        </p:txBody>
      </p:sp>
      <p:sp>
        <p:nvSpPr>
          <p:cNvPr id="19" name="">
            <a:extLst xmlns:a="http://schemas.openxmlformats.org/drawingml/2006/main">
              <a:ext uri="{FF2B5EF4-FFF2-40B4-BE49-F238E27FC236}">
                <a16:creationId xmlns:a16="http://schemas.microsoft.com/office/drawing/2014/main" id="{93015B4C-BD1C-4E1B-BA5F-5135714B3B03}"/>
              </a:ext>
            </a:extLst>
          </p:cNvPr>
          <p:cNvSpPr>
            <a:spLocks xmlns:a="http://schemas.openxmlformats.org/drawingml/2006/main" noGrp="1"/>
          </p:cNvSpPr>
          <p:nvPr/>
        </p:nvSpPr>
        <p:spPr>
          <a:xfrm xmlns:a="http://schemas.openxmlformats.org/drawingml/2006/main">
            <a:off x="1409700" y="198120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004AAD"/>
                </a:solidFill>
              </a:defRPr>
            </a:pPr>
            <a:r>
              <a:rPr sz="1575" b="1" i="0">
                <a:solidFill>
                  <a:srgbClr val="004AAD"/>
                </a:solidFill>
              </a:rPr>
              <a:t>Prepare</a:t>
            </a:r>
          </a:p>
        </p:txBody>
      </p:sp>
      <p:sp>
        <p:nvSpPr>
          <p:cNvPr id="20" name="">
            <a:extLst xmlns:a="http://schemas.openxmlformats.org/drawingml/2006/main">
              <a:ext uri="{FF2B5EF4-FFF2-40B4-BE49-F238E27FC236}">
                <a16:creationId xmlns:a16="http://schemas.microsoft.com/office/drawing/2014/main" id="{49FF429C-BFE3-46CA-BF03-DDDEB140DAE2}"/>
              </a:ext>
            </a:extLst>
          </p:cNvPr>
          <p:cNvSpPr>
            <a:spLocks xmlns:a="http://schemas.openxmlformats.org/drawingml/2006/main" noGrp="1"/>
          </p:cNvSpPr>
          <p:nvPr/>
        </p:nvSpPr>
        <p:spPr>
          <a:xfrm xmlns:a="http://schemas.openxmlformats.org/drawingml/2006/main">
            <a:off x="1409700" y="22669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Build this turn's paper</a:t>
            </a:r>
          </a:p>
        </p:txBody>
      </p:sp>
      <p:sp>
        <p:nvSpPr>
          <p:cNvPr id="21" name="">
            <a:extLst xmlns:a="http://schemas.openxmlformats.org/drawingml/2006/main">
              <a:ext uri="{FF2B5EF4-FFF2-40B4-BE49-F238E27FC236}">
                <a16:creationId xmlns:a16="http://schemas.microsoft.com/office/drawing/2014/main" id="{D5A0BF5A-89EC-4188-A3BD-57EAF572B425}"/>
              </a:ext>
            </a:extLst>
          </p:cNvPr>
          <p:cNvSpPr>
            <a:spLocks xmlns:a="http://schemas.openxmlformats.org/drawingml/2006/main" noGrp="1"/>
          </p:cNvSpPr>
          <p:nvPr/>
        </p:nvSpPr>
        <p:spPr>
          <a:xfrm xmlns:a="http://schemas.openxmlformats.org/drawingml/2006/main">
            <a:off x="685800" y="3714750"/>
            <a:ext cx="28575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478">
            <a:solidFill>
              <a:srgbClr val="6B4AA1"/>
            </a:solidFill>
            <a:prstDash val="solid"/>
          </a:ln>
        </p:spPr>
      </p:sp>
      <p:sp>
        <p:nvSpPr>
          <p:cNvPr id="22" name="">
            <a:extLst xmlns:a="http://schemas.openxmlformats.org/drawingml/2006/main">
              <a:ext uri="{FF2B5EF4-FFF2-40B4-BE49-F238E27FC236}">
                <a16:creationId xmlns:a16="http://schemas.microsoft.com/office/drawing/2014/main" id="{4ADAC1AD-C9AA-4164-9F70-B1FDA589D11A}"/>
              </a:ext>
            </a:extLst>
          </p:cNvPr>
          <p:cNvSpPr>
            <a:spLocks xmlns:a="http://schemas.openxmlformats.org/drawingml/2006/main" noGrp="1"/>
          </p:cNvSpPr>
          <p:nvPr/>
        </p:nvSpPr>
        <p:spPr>
          <a:xfrm xmlns:a="http://schemas.openxmlformats.org/drawingml/2006/main">
            <a:off x="857250" y="3962400"/>
            <a:ext cx="400050" cy="400050"/>
          </a:xfrm>
          <a:prstGeom xmlns:a="http://schemas.openxmlformats.org/drawingml/2006/main" prst="roundRect">
            <a:avLst>
              <a:gd name="adj" fmla="val 50000"/>
            </a:avLst>
          </a:prstGeom>
          <a:solidFill xmlns:a="http://schemas.openxmlformats.org/drawingml/2006/main">
            <a:srgbClr val="6B4AA1"/>
          </a:solidFill>
          <a:ln xmlns:a="http://schemas.openxmlformats.org/drawingml/2006/main" w="10478">
            <a:solidFill>
              <a:srgbClr val="6B4AA1"/>
            </a:solidFill>
            <a:prstDash val="solid"/>
          </a:ln>
        </p:spPr>
      </p:sp>
      <p:sp>
        <p:nvSpPr>
          <p:cNvPr id="23" name="">
            <a:extLst xmlns:a="http://schemas.openxmlformats.org/drawingml/2006/main">
              <a:ext uri="{FF2B5EF4-FFF2-40B4-BE49-F238E27FC236}">
                <a16:creationId xmlns:a16="http://schemas.microsoft.com/office/drawing/2014/main" id="{59AC2A07-073B-4D3C-A570-31112DA45F46}"/>
              </a:ext>
            </a:extLst>
          </p:cNvPr>
          <p:cNvSpPr>
            <a:spLocks xmlns:a="http://schemas.openxmlformats.org/drawingml/2006/main" noGrp="1"/>
          </p:cNvSpPr>
          <p:nvPr/>
        </p:nvSpPr>
        <p:spPr>
          <a:xfrm xmlns:a="http://schemas.openxmlformats.org/drawingml/2006/main">
            <a:off x="971550" y="40576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6</a:t>
            </a:r>
          </a:p>
        </p:txBody>
      </p:sp>
      <p:sp>
        <p:nvSpPr>
          <p:cNvPr id="24" name="">
            <a:extLst xmlns:a="http://schemas.openxmlformats.org/drawingml/2006/main">
              <a:ext uri="{FF2B5EF4-FFF2-40B4-BE49-F238E27FC236}">
                <a16:creationId xmlns:a16="http://schemas.microsoft.com/office/drawing/2014/main" id="{D1EF1697-18CD-49AA-A4D6-B88337341091}"/>
              </a:ext>
            </a:extLst>
          </p:cNvPr>
          <p:cNvSpPr>
            <a:spLocks xmlns:a="http://schemas.openxmlformats.org/drawingml/2006/main" noGrp="1"/>
          </p:cNvSpPr>
          <p:nvPr/>
        </p:nvSpPr>
        <p:spPr>
          <a:xfrm xmlns:a="http://schemas.openxmlformats.org/drawingml/2006/main">
            <a:off x="1409700" y="39052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6B4AA1"/>
                </a:solidFill>
              </a:defRPr>
            </a:pPr>
            <a:r>
              <a:rPr sz="1575" b="1" i="0">
                <a:solidFill>
                  <a:srgbClr val="6B4AA1"/>
                </a:solidFill>
              </a:rPr>
              <a:t>Observe</a:t>
            </a:r>
          </a:p>
        </p:txBody>
      </p:sp>
      <p:sp>
        <p:nvSpPr>
          <p:cNvPr id="25" name="">
            <a:extLst xmlns:a="http://schemas.openxmlformats.org/drawingml/2006/main">
              <a:ext uri="{FF2B5EF4-FFF2-40B4-BE49-F238E27FC236}">
                <a16:creationId xmlns:a16="http://schemas.microsoft.com/office/drawing/2014/main" id="{BB3B2E61-AEF0-4A1D-BDD2-5B5C6BA9EE7E}"/>
              </a:ext>
            </a:extLst>
          </p:cNvPr>
          <p:cNvSpPr>
            <a:spLocks xmlns:a="http://schemas.openxmlformats.org/drawingml/2006/main" noGrp="1"/>
          </p:cNvSpPr>
          <p:nvPr/>
        </p:nvSpPr>
        <p:spPr>
          <a:xfrm xmlns:a="http://schemas.openxmlformats.org/drawingml/2006/main">
            <a:off x="1409700" y="419100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Write results and errors back</a:t>
            </a:r>
          </a:p>
        </p:txBody>
      </p:sp>
      <p:sp>
        <p:nvSpPr>
          <p:cNvPr id="26" name="">
            <a:extLst xmlns:a="http://schemas.openxmlformats.org/drawingml/2006/main">
              <a:ext uri="{FF2B5EF4-FFF2-40B4-BE49-F238E27FC236}">
                <a16:creationId xmlns:a16="http://schemas.microsoft.com/office/drawing/2014/main" id="{7E4AC497-7E98-463D-8EB9-B95F4B1365C8}"/>
              </a:ext>
            </a:extLst>
          </p:cNvPr>
          <p:cNvSpPr>
            <a:spLocks xmlns:a="http://schemas.openxmlformats.org/drawingml/2006/main" noGrp="1"/>
          </p:cNvSpPr>
          <p:nvPr/>
        </p:nvSpPr>
        <p:spPr>
          <a:xfrm xmlns:a="http://schemas.openxmlformats.org/drawingml/2006/main">
            <a:off x="8477250" y="1790700"/>
            <a:ext cx="28575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478">
            <a:solidFill>
              <a:srgbClr val="138A43"/>
            </a:solidFill>
            <a:prstDash val="solid"/>
          </a:ln>
        </p:spPr>
      </p:sp>
      <p:sp>
        <p:nvSpPr>
          <p:cNvPr id="27" name="">
            <a:extLst xmlns:a="http://schemas.openxmlformats.org/drawingml/2006/main">
              <a:ext uri="{FF2B5EF4-FFF2-40B4-BE49-F238E27FC236}">
                <a16:creationId xmlns:a16="http://schemas.microsoft.com/office/drawing/2014/main" id="{51266F7B-02B5-4CB1-88FE-B1276C9E5198}"/>
              </a:ext>
            </a:extLst>
          </p:cNvPr>
          <p:cNvSpPr>
            <a:spLocks xmlns:a="http://schemas.openxmlformats.org/drawingml/2006/main" noGrp="1"/>
          </p:cNvSpPr>
          <p:nvPr/>
        </p:nvSpPr>
        <p:spPr>
          <a:xfrm xmlns:a="http://schemas.openxmlformats.org/drawingml/2006/main">
            <a:off x="8648700" y="2038350"/>
            <a:ext cx="400050" cy="400050"/>
          </a:xfrm>
          <a:prstGeom xmlns:a="http://schemas.openxmlformats.org/drawingml/2006/main" prst="roundRect">
            <a:avLst>
              <a:gd name="adj" fmla="val 50000"/>
            </a:avLst>
          </a:prstGeom>
          <a:solidFill xmlns:a="http://schemas.openxmlformats.org/drawingml/2006/main">
            <a:srgbClr val="138A43"/>
          </a:solidFill>
          <a:ln xmlns:a="http://schemas.openxmlformats.org/drawingml/2006/main" w="10478">
            <a:solidFill>
              <a:srgbClr val="138A43"/>
            </a:solidFill>
            <a:prstDash val="solid"/>
          </a:ln>
        </p:spPr>
      </p:sp>
      <p:sp>
        <p:nvSpPr>
          <p:cNvPr id="28" name="">
            <a:extLst xmlns:a="http://schemas.openxmlformats.org/drawingml/2006/main">
              <a:ext uri="{FF2B5EF4-FFF2-40B4-BE49-F238E27FC236}">
                <a16:creationId xmlns:a16="http://schemas.microsoft.com/office/drawing/2014/main" id="{2EE1E844-97AC-4D4D-8D1D-D2DF35CC0C93}"/>
              </a:ext>
            </a:extLst>
          </p:cNvPr>
          <p:cNvSpPr>
            <a:spLocks xmlns:a="http://schemas.openxmlformats.org/drawingml/2006/main" noGrp="1"/>
          </p:cNvSpPr>
          <p:nvPr/>
        </p:nvSpPr>
        <p:spPr>
          <a:xfrm xmlns:a="http://schemas.openxmlformats.org/drawingml/2006/main">
            <a:off x="8763000" y="21336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3</a:t>
            </a:r>
          </a:p>
        </p:txBody>
      </p:sp>
      <p:sp>
        <p:nvSpPr>
          <p:cNvPr id="29" name="">
            <a:extLst xmlns:a="http://schemas.openxmlformats.org/drawingml/2006/main">
              <a:ext uri="{FF2B5EF4-FFF2-40B4-BE49-F238E27FC236}">
                <a16:creationId xmlns:a16="http://schemas.microsoft.com/office/drawing/2014/main" id="{2F4BB1EC-156F-477F-AACA-FB0262C0AC83}"/>
              </a:ext>
            </a:extLst>
          </p:cNvPr>
          <p:cNvSpPr>
            <a:spLocks xmlns:a="http://schemas.openxmlformats.org/drawingml/2006/main" noGrp="1"/>
          </p:cNvSpPr>
          <p:nvPr/>
        </p:nvSpPr>
        <p:spPr>
          <a:xfrm xmlns:a="http://schemas.openxmlformats.org/drawingml/2006/main">
            <a:off x="9201150" y="198120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138A43"/>
                </a:solidFill>
              </a:defRPr>
            </a:pPr>
            <a:r>
              <a:rPr sz="1575" b="1" i="0">
                <a:solidFill>
                  <a:srgbClr val="138A43"/>
                </a:solidFill>
              </a:rPr>
              <a:t>Model reads</a:t>
            </a:r>
          </a:p>
        </p:txBody>
      </p:sp>
      <p:sp>
        <p:nvSpPr>
          <p:cNvPr id="30" name="">
            <a:extLst xmlns:a="http://schemas.openxmlformats.org/drawingml/2006/main">
              <a:ext uri="{FF2B5EF4-FFF2-40B4-BE49-F238E27FC236}">
                <a16:creationId xmlns:a16="http://schemas.microsoft.com/office/drawing/2014/main" id="{5CDFAE1E-A3F6-4CA0-9FCE-7E4AE8B47B84}"/>
              </a:ext>
            </a:extLst>
          </p:cNvPr>
          <p:cNvSpPr>
            <a:spLocks xmlns:a="http://schemas.openxmlformats.org/drawingml/2006/main" noGrp="1"/>
          </p:cNvSpPr>
          <p:nvPr/>
        </p:nvSpPr>
        <p:spPr>
          <a:xfrm xmlns:a="http://schemas.openxmlformats.org/drawingml/2006/main">
            <a:off x="9201150" y="22669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Generate text or tool call</a:t>
            </a:r>
          </a:p>
        </p:txBody>
      </p:sp>
      <p:sp>
        <p:nvSpPr>
          <p:cNvPr id="31" name="">
            <a:extLst xmlns:a="http://schemas.openxmlformats.org/drawingml/2006/main">
              <a:ext uri="{FF2B5EF4-FFF2-40B4-BE49-F238E27FC236}">
                <a16:creationId xmlns:a16="http://schemas.microsoft.com/office/drawing/2014/main" id="{3B1F48E7-A34E-4FC7-AB7D-1B4DFA75D6EB}"/>
              </a:ext>
            </a:extLst>
          </p:cNvPr>
          <p:cNvSpPr>
            <a:spLocks xmlns:a="http://schemas.openxmlformats.org/drawingml/2006/main" noGrp="1"/>
          </p:cNvSpPr>
          <p:nvPr/>
        </p:nvSpPr>
        <p:spPr>
          <a:xfrm xmlns:a="http://schemas.openxmlformats.org/drawingml/2006/main">
            <a:off x="8477250" y="3714750"/>
            <a:ext cx="28575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478">
            <a:solidFill>
              <a:srgbClr val="D88A00"/>
            </a:solidFill>
            <a:prstDash val="solid"/>
          </a:ln>
        </p:spPr>
      </p:sp>
      <p:sp>
        <p:nvSpPr>
          <p:cNvPr id="32" name="">
            <a:extLst xmlns:a="http://schemas.openxmlformats.org/drawingml/2006/main">
              <a:ext uri="{FF2B5EF4-FFF2-40B4-BE49-F238E27FC236}">
                <a16:creationId xmlns:a16="http://schemas.microsoft.com/office/drawing/2014/main" id="{12A6CCC2-F785-476D-8DC1-21370E46EECD}"/>
              </a:ext>
            </a:extLst>
          </p:cNvPr>
          <p:cNvSpPr>
            <a:spLocks xmlns:a="http://schemas.openxmlformats.org/drawingml/2006/main" noGrp="1"/>
          </p:cNvSpPr>
          <p:nvPr/>
        </p:nvSpPr>
        <p:spPr>
          <a:xfrm xmlns:a="http://schemas.openxmlformats.org/drawingml/2006/main">
            <a:off x="8648700" y="3962400"/>
            <a:ext cx="400050" cy="400050"/>
          </a:xfrm>
          <a:prstGeom xmlns:a="http://schemas.openxmlformats.org/drawingml/2006/main" prst="roundRect">
            <a:avLst>
              <a:gd name="adj" fmla="val 50000"/>
            </a:avLst>
          </a:prstGeom>
          <a:solidFill xmlns:a="http://schemas.openxmlformats.org/drawingml/2006/main">
            <a:srgbClr val="D88A00"/>
          </a:solidFill>
          <a:ln xmlns:a="http://schemas.openxmlformats.org/drawingml/2006/main" w="10478">
            <a:solidFill>
              <a:srgbClr val="D88A00"/>
            </a:solidFill>
            <a:prstDash val="solid"/>
          </a:ln>
        </p:spPr>
      </p:sp>
      <p:sp>
        <p:nvSpPr>
          <p:cNvPr id="33" name="">
            <a:extLst xmlns:a="http://schemas.openxmlformats.org/drawingml/2006/main">
              <a:ext uri="{FF2B5EF4-FFF2-40B4-BE49-F238E27FC236}">
                <a16:creationId xmlns:a16="http://schemas.microsoft.com/office/drawing/2014/main" id="{9F61700E-6EFA-4E1A-B555-F32939567308}"/>
              </a:ext>
            </a:extLst>
          </p:cNvPr>
          <p:cNvSpPr>
            <a:spLocks xmlns:a="http://schemas.openxmlformats.org/drawingml/2006/main" noGrp="1"/>
          </p:cNvSpPr>
          <p:nvPr/>
        </p:nvSpPr>
        <p:spPr>
          <a:xfrm xmlns:a="http://schemas.openxmlformats.org/drawingml/2006/main">
            <a:off x="8763000" y="40576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5</a:t>
            </a:r>
          </a:p>
        </p:txBody>
      </p:sp>
      <p:sp>
        <p:nvSpPr>
          <p:cNvPr id="34" name="">
            <a:extLst xmlns:a="http://schemas.openxmlformats.org/drawingml/2006/main">
              <a:ext uri="{FF2B5EF4-FFF2-40B4-BE49-F238E27FC236}">
                <a16:creationId xmlns:a16="http://schemas.microsoft.com/office/drawing/2014/main" id="{D3AB2138-2186-4FFA-BB61-0C501CDD82AD}"/>
              </a:ext>
            </a:extLst>
          </p:cNvPr>
          <p:cNvSpPr>
            <a:spLocks xmlns:a="http://schemas.openxmlformats.org/drawingml/2006/main" noGrp="1"/>
          </p:cNvSpPr>
          <p:nvPr/>
        </p:nvSpPr>
        <p:spPr>
          <a:xfrm xmlns:a="http://schemas.openxmlformats.org/drawingml/2006/main">
            <a:off x="9201150" y="39052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D88A00"/>
                </a:solidFill>
              </a:defRPr>
            </a:pPr>
            <a:r>
              <a:rPr sz="1575" b="1" i="0">
                <a:solidFill>
                  <a:srgbClr val="D88A00"/>
                </a:solidFill>
              </a:rPr>
              <a:t>Execute</a:t>
            </a:r>
          </a:p>
        </p:txBody>
      </p:sp>
      <p:sp>
        <p:nvSpPr>
          <p:cNvPr id="35" name="">
            <a:extLst xmlns:a="http://schemas.openxmlformats.org/drawingml/2006/main">
              <a:ext uri="{FF2B5EF4-FFF2-40B4-BE49-F238E27FC236}">
                <a16:creationId xmlns:a16="http://schemas.microsoft.com/office/drawing/2014/main" id="{924F5EF4-7AE5-494C-8C91-1374F08CDE73}"/>
              </a:ext>
            </a:extLst>
          </p:cNvPr>
          <p:cNvSpPr>
            <a:spLocks xmlns:a="http://schemas.openxmlformats.org/drawingml/2006/main" noGrp="1"/>
          </p:cNvSpPr>
          <p:nvPr/>
        </p:nvSpPr>
        <p:spPr>
          <a:xfrm xmlns:a="http://schemas.openxmlformats.org/drawingml/2006/main">
            <a:off x="9201150" y="419100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Run valid actions outside model</a:t>
            </a:r>
          </a:p>
        </p:txBody>
      </p:sp>
      <p:sp>
        <p:nvSpPr>
          <p:cNvPr id="36" name="">
            <a:extLst xmlns:a="http://schemas.openxmlformats.org/drawingml/2006/main">
              <a:ext uri="{FF2B5EF4-FFF2-40B4-BE49-F238E27FC236}">
                <a16:creationId xmlns:a16="http://schemas.microsoft.com/office/drawing/2014/main" id="{593F3840-883F-4D11-9F61-5A73DCC88929}"/>
              </a:ext>
            </a:extLst>
          </p:cNvPr>
          <p:cNvSpPr>
            <a:spLocks xmlns:a="http://schemas.openxmlformats.org/drawingml/2006/main" noGrp="1"/>
          </p:cNvSpPr>
          <p:nvPr/>
        </p:nvSpPr>
        <p:spPr>
          <a:xfrm xmlns:a="http://schemas.openxmlformats.org/drawingml/2006/main">
            <a:off x="3886200" y="5372100"/>
            <a:ext cx="28575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478">
            <a:solidFill>
              <a:srgbClr val="004AAD"/>
            </a:solidFill>
            <a:prstDash val="solid"/>
          </a:ln>
        </p:spPr>
      </p:sp>
      <p:sp>
        <p:nvSpPr>
          <p:cNvPr id="37" name="">
            <a:extLst xmlns:a="http://schemas.openxmlformats.org/drawingml/2006/main">
              <a:ext uri="{FF2B5EF4-FFF2-40B4-BE49-F238E27FC236}">
                <a16:creationId xmlns:a16="http://schemas.microsoft.com/office/drawing/2014/main" id="{4F9BF0D5-107F-49EC-ACA4-67B3FAD33103}"/>
              </a:ext>
            </a:extLst>
          </p:cNvPr>
          <p:cNvSpPr>
            <a:spLocks xmlns:a="http://schemas.openxmlformats.org/drawingml/2006/main" noGrp="1"/>
          </p:cNvSpPr>
          <p:nvPr/>
        </p:nvSpPr>
        <p:spPr>
          <a:xfrm xmlns:a="http://schemas.openxmlformats.org/drawingml/2006/main">
            <a:off x="4057650" y="5619750"/>
            <a:ext cx="400050" cy="400050"/>
          </a:xfrm>
          <a:prstGeom xmlns:a="http://schemas.openxmlformats.org/drawingml/2006/main" prst="roundRect">
            <a:avLst>
              <a:gd name="adj" fmla="val 50000"/>
            </a:avLst>
          </a:prstGeom>
          <a:solidFill xmlns:a="http://schemas.openxmlformats.org/drawingml/2006/main">
            <a:srgbClr val="004AAD"/>
          </a:solidFill>
          <a:ln xmlns:a="http://schemas.openxmlformats.org/drawingml/2006/main" w="10478">
            <a:solidFill>
              <a:srgbClr val="004AAD"/>
            </a:solidFill>
            <a:prstDash val="solid"/>
          </a:ln>
        </p:spPr>
      </p:sp>
      <p:sp>
        <p:nvSpPr>
          <p:cNvPr id="38" name="">
            <a:extLst xmlns:a="http://schemas.openxmlformats.org/drawingml/2006/main">
              <a:ext uri="{FF2B5EF4-FFF2-40B4-BE49-F238E27FC236}">
                <a16:creationId xmlns:a16="http://schemas.microsoft.com/office/drawing/2014/main" id="{4D514CB7-6BB8-4607-ADE1-E244BEE6E9D6}"/>
              </a:ext>
            </a:extLst>
          </p:cNvPr>
          <p:cNvSpPr>
            <a:spLocks xmlns:a="http://schemas.openxmlformats.org/drawingml/2006/main" noGrp="1"/>
          </p:cNvSpPr>
          <p:nvPr/>
        </p:nvSpPr>
        <p:spPr>
          <a:xfrm xmlns:a="http://schemas.openxmlformats.org/drawingml/2006/main">
            <a:off x="4171950" y="57150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2</a:t>
            </a:r>
          </a:p>
        </p:txBody>
      </p:sp>
      <p:sp>
        <p:nvSpPr>
          <p:cNvPr id="39" name="">
            <a:extLst xmlns:a="http://schemas.openxmlformats.org/drawingml/2006/main">
              <a:ext uri="{FF2B5EF4-FFF2-40B4-BE49-F238E27FC236}">
                <a16:creationId xmlns:a16="http://schemas.microsoft.com/office/drawing/2014/main" id="{82934CE8-B367-4281-8A25-FBB9EF9B4669}"/>
              </a:ext>
            </a:extLst>
          </p:cNvPr>
          <p:cNvSpPr>
            <a:spLocks xmlns:a="http://schemas.openxmlformats.org/drawingml/2006/main" noGrp="1"/>
          </p:cNvSpPr>
          <p:nvPr/>
        </p:nvSpPr>
        <p:spPr>
          <a:xfrm xmlns:a="http://schemas.openxmlformats.org/drawingml/2006/main">
            <a:off x="4610100" y="556260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004AAD"/>
                </a:solidFill>
              </a:defRPr>
            </a:pPr>
            <a:r>
              <a:rPr sz="1575" b="1" i="0">
                <a:solidFill>
                  <a:srgbClr val="004AAD"/>
                </a:solidFill>
              </a:rPr>
              <a:t>Render</a:t>
            </a:r>
          </a:p>
        </p:txBody>
      </p:sp>
      <p:sp>
        <p:nvSpPr>
          <p:cNvPr id="40" name="">
            <a:extLst xmlns:a="http://schemas.openxmlformats.org/drawingml/2006/main">
              <a:ext uri="{FF2B5EF4-FFF2-40B4-BE49-F238E27FC236}">
                <a16:creationId xmlns:a16="http://schemas.microsoft.com/office/drawing/2014/main" id="{1D42162D-180F-46BE-AFF6-2D62080FA390}"/>
              </a:ext>
            </a:extLst>
          </p:cNvPr>
          <p:cNvSpPr>
            <a:spLocks xmlns:a="http://schemas.openxmlformats.org/drawingml/2006/main" noGrp="1"/>
          </p:cNvSpPr>
          <p:nvPr/>
        </p:nvSpPr>
        <p:spPr>
          <a:xfrm xmlns:a="http://schemas.openxmlformats.org/drawingml/2006/main">
            <a:off x="4610100" y="58483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Place rules, tools, state</a:t>
            </a:r>
          </a:p>
        </p:txBody>
      </p:sp>
      <p:sp>
        <p:nvSpPr>
          <p:cNvPr id="41" name="">
            <a:extLst xmlns:a="http://schemas.openxmlformats.org/drawingml/2006/main">
              <a:ext uri="{FF2B5EF4-FFF2-40B4-BE49-F238E27FC236}">
                <a16:creationId xmlns:a16="http://schemas.microsoft.com/office/drawing/2014/main" id="{1894D434-5C37-43CD-AAE9-EE5AE1DAD453}"/>
              </a:ext>
            </a:extLst>
          </p:cNvPr>
          <p:cNvSpPr>
            <a:spLocks xmlns:a="http://schemas.openxmlformats.org/drawingml/2006/main" noGrp="1"/>
          </p:cNvSpPr>
          <p:nvPr/>
        </p:nvSpPr>
        <p:spPr>
          <a:xfrm xmlns:a="http://schemas.openxmlformats.org/drawingml/2006/main">
            <a:off x="6419850" y="5372100"/>
            <a:ext cx="28575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478">
            <a:solidFill>
              <a:srgbClr val="CC2B2B"/>
            </a:solidFill>
            <a:prstDash val="solid"/>
          </a:ln>
        </p:spPr>
      </p:sp>
      <p:sp>
        <p:nvSpPr>
          <p:cNvPr id="42" name="">
            <a:extLst xmlns:a="http://schemas.openxmlformats.org/drawingml/2006/main">
              <a:ext uri="{FF2B5EF4-FFF2-40B4-BE49-F238E27FC236}">
                <a16:creationId xmlns:a16="http://schemas.microsoft.com/office/drawing/2014/main" id="{2F7D82FC-487F-43C6-B397-A8790FAF3D00}"/>
              </a:ext>
            </a:extLst>
          </p:cNvPr>
          <p:cNvSpPr>
            <a:spLocks xmlns:a="http://schemas.openxmlformats.org/drawingml/2006/main" noGrp="1"/>
          </p:cNvSpPr>
          <p:nvPr/>
        </p:nvSpPr>
        <p:spPr>
          <a:xfrm xmlns:a="http://schemas.openxmlformats.org/drawingml/2006/main">
            <a:off x="6591300" y="5619750"/>
            <a:ext cx="400050" cy="400050"/>
          </a:xfrm>
          <a:prstGeom xmlns:a="http://schemas.openxmlformats.org/drawingml/2006/main" prst="roundRect">
            <a:avLst>
              <a:gd name="adj" fmla="val 50000"/>
            </a:avLst>
          </a:prstGeom>
          <a:solidFill xmlns:a="http://schemas.openxmlformats.org/drawingml/2006/main">
            <a:srgbClr val="CC2B2B"/>
          </a:solidFill>
          <a:ln xmlns:a="http://schemas.openxmlformats.org/drawingml/2006/main" w="10478">
            <a:solidFill>
              <a:srgbClr val="CC2B2B"/>
            </a:solidFill>
            <a:prstDash val="solid"/>
          </a:ln>
        </p:spPr>
      </p:sp>
      <p:sp>
        <p:nvSpPr>
          <p:cNvPr id="43" name="">
            <a:extLst xmlns:a="http://schemas.openxmlformats.org/drawingml/2006/main">
              <a:ext uri="{FF2B5EF4-FFF2-40B4-BE49-F238E27FC236}">
                <a16:creationId xmlns:a16="http://schemas.microsoft.com/office/drawing/2014/main" id="{950B2497-D574-4C62-B1F3-980A5F8FB957}"/>
              </a:ext>
            </a:extLst>
          </p:cNvPr>
          <p:cNvSpPr>
            <a:spLocks xmlns:a="http://schemas.openxmlformats.org/drawingml/2006/main" noGrp="1"/>
          </p:cNvSpPr>
          <p:nvPr/>
        </p:nvSpPr>
        <p:spPr>
          <a:xfrm xmlns:a="http://schemas.openxmlformats.org/drawingml/2006/main">
            <a:off x="6705600" y="57150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4</a:t>
            </a:r>
          </a:p>
        </p:txBody>
      </p:sp>
      <p:sp>
        <p:nvSpPr>
          <p:cNvPr id="44" name="">
            <a:extLst xmlns:a="http://schemas.openxmlformats.org/drawingml/2006/main">
              <a:ext uri="{FF2B5EF4-FFF2-40B4-BE49-F238E27FC236}">
                <a16:creationId xmlns:a16="http://schemas.microsoft.com/office/drawing/2014/main" id="{62186A6B-6DFA-4A5A-9FF5-0F8609B8EE8C}"/>
              </a:ext>
            </a:extLst>
          </p:cNvPr>
          <p:cNvSpPr>
            <a:spLocks xmlns:a="http://schemas.openxmlformats.org/drawingml/2006/main" noGrp="1"/>
          </p:cNvSpPr>
          <p:nvPr/>
        </p:nvSpPr>
        <p:spPr>
          <a:xfrm xmlns:a="http://schemas.openxmlformats.org/drawingml/2006/main">
            <a:off x="7143750" y="556260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CC2B2B"/>
                </a:solidFill>
              </a:defRPr>
            </a:pPr>
            <a:r>
              <a:rPr sz="1575" b="1" i="0">
                <a:solidFill>
                  <a:srgbClr val="CC2B2B"/>
                </a:solidFill>
              </a:rPr>
              <a:t>Validate</a:t>
            </a:r>
          </a:p>
        </p:txBody>
      </p:sp>
      <p:sp>
        <p:nvSpPr>
          <p:cNvPr id="45" name="">
            <a:extLst xmlns:a="http://schemas.openxmlformats.org/drawingml/2006/main">
              <a:ext uri="{FF2B5EF4-FFF2-40B4-BE49-F238E27FC236}">
                <a16:creationId xmlns:a16="http://schemas.microsoft.com/office/drawing/2014/main" id="{2F2994AC-F068-432D-A75E-AB61BE46A18B}"/>
              </a:ext>
            </a:extLst>
          </p:cNvPr>
          <p:cNvSpPr>
            <a:spLocks xmlns:a="http://schemas.openxmlformats.org/drawingml/2006/main" noGrp="1"/>
          </p:cNvSpPr>
          <p:nvPr/>
        </p:nvSpPr>
        <p:spPr>
          <a:xfrm xmlns:a="http://schemas.openxmlformats.org/drawingml/2006/main">
            <a:off x="7143750" y="58483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Check schema, policy, permission</a:t>
            </a:r>
          </a:p>
        </p:txBody>
      </p:sp>
      <p:sp>
        <p:nvSpPr>
          <p:cNvPr id="46" name="">
            <a:extLst xmlns:a="http://schemas.openxmlformats.org/drawingml/2006/main">
              <a:ext uri="{FF2B5EF4-FFF2-40B4-BE49-F238E27FC236}">
                <a16:creationId xmlns:a16="http://schemas.microsoft.com/office/drawing/2014/main" id="{F86775D2-FD27-4D9C-8B99-1CAC2A8D28AC}"/>
              </a:ext>
            </a:extLst>
          </p:cNvPr>
          <p:cNvSpPr>
            <a:spLocks xmlns:a="http://schemas.openxmlformats.org/drawingml/2006/main" noGrp="1"/>
          </p:cNvSpPr>
          <p:nvPr/>
        </p:nvSpPr>
        <p:spPr>
          <a:xfrm xmlns:a="http://schemas.openxmlformats.org/drawingml/2006/main">
            <a:off x="3581400" y="2266950"/>
            <a:ext cx="704850" cy="0"/>
          </a:xfrm>
          <a:prstGeom xmlns:a="http://schemas.openxmlformats.org/drawingml/2006/main" prst="line">
            <a:avLst/>
          </a:prstGeom>
          <a:ln xmlns:a="http://schemas.openxmlformats.org/drawingml/2006/main" w="19050">
            <a:solidFill>
              <a:srgbClr val="004AAD"/>
            </a:solidFill>
            <a:prstDash val="solid"/>
          </a:ln>
        </p:spPr>
      </p:sp>
      <p:sp>
        <p:nvSpPr>
          <p:cNvPr id="47" name="">
            <a:extLst xmlns:a="http://schemas.openxmlformats.org/drawingml/2006/main">
              <a:ext uri="{FF2B5EF4-FFF2-40B4-BE49-F238E27FC236}">
                <a16:creationId xmlns:a16="http://schemas.microsoft.com/office/drawing/2014/main" id="{7A25F67E-5E45-4711-833B-082A60774641}"/>
              </a:ext>
            </a:extLst>
          </p:cNvPr>
          <p:cNvSpPr>
            <a:spLocks xmlns:a="http://schemas.openxmlformats.org/drawingml/2006/main" noGrp="1"/>
          </p:cNvSpPr>
          <p:nvPr/>
        </p:nvSpPr>
        <p:spPr>
          <a:xfrm xmlns:a="http://schemas.openxmlformats.org/drawingml/2006/main">
            <a:off x="7810500" y="2266950"/>
            <a:ext cx="552450" cy="0"/>
          </a:xfrm>
          <a:prstGeom xmlns:a="http://schemas.openxmlformats.org/drawingml/2006/main" prst="line">
            <a:avLst/>
          </a:prstGeom>
          <a:ln xmlns:a="http://schemas.openxmlformats.org/drawingml/2006/main" w="19050">
            <a:solidFill>
              <a:srgbClr val="004AAD"/>
            </a:solidFill>
            <a:prstDash val="solid"/>
          </a:ln>
        </p:spPr>
      </p:sp>
      <p:sp>
        <p:nvSpPr>
          <p:cNvPr id="48" name="">
            <a:extLst xmlns:a="http://schemas.openxmlformats.org/drawingml/2006/main">
              <a:ext uri="{FF2B5EF4-FFF2-40B4-BE49-F238E27FC236}">
                <a16:creationId xmlns:a16="http://schemas.microsoft.com/office/drawing/2014/main" id="{385CAB14-E012-498D-A995-158F83CC32F6}"/>
              </a:ext>
            </a:extLst>
          </p:cNvPr>
          <p:cNvSpPr>
            <a:spLocks xmlns:a="http://schemas.openxmlformats.org/drawingml/2006/main" noGrp="1"/>
          </p:cNvSpPr>
          <p:nvPr/>
        </p:nvSpPr>
        <p:spPr>
          <a:xfrm xmlns:a="http://schemas.openxmlformats.org/drawingml/2006/main">
            <a:off x="9906000" y="2800350"/>
            <a:ext cx="0" cy="800100"/>
          </a:xfrm>
          <a:prstGeom xmlns:a="http://schemas.openxmlformats.org/drawingml/2006/main" prst="line">
            <a:avLst/>
          </a:prstGeom>
          <a:ln xmlns:a="http://schemas.openxmlformats.org/drawingml/2006/main" w="19050">
            <a:solidFill>
              <a:srgbClr val="138A43"/>
            </a:solidFill>
            <a:prstDash val="solid"/>
          </a:ln>
        </p:spPr>
      </p:sp>
      <p:sp>
        <p:nvSpPr>
          <p:cNvPr id="49" name="">
            <a:extLst xmlns:a="http://schemas.openxmlformats.org/drawingml/2006/main">
              <a:ext uri="{FF2B5EF4-FFF2-40B4-BE49-F238E27FC236}">
                <a16:creationId xmlns:a16="http://schemas.microsoft.com/office/drawing/2014/main" id="{1A19E4F1-A9AF-421E-8D03-080812A4F286}"/>
              </a:ext>
            </a:extLst>
          </p:cNvPr>
          <p:cNvSpPr>
            <a:spLocks xmlns:a="http://schemas.openxmlformats.org/drawingml/2006/main" noGrp="1"/>
          </p:cNvSpPr>
          <p:nvPr/>
        </p:nvSpPr>
        <p:spPr>
          <a:xfrm xmlns:a="http://schemas.openxmlformats.org/drawingml/2006/main">
            <a:off x="8477250" y="4171950"/>
            <a:ext cx="-552450" cy="0"/>
          </a:xfrm>
          <a:prstGeom xmlns:a="http://schemas.openxmlformats.org/drawingml/2006/main" prst="line">
            <a:avLst/>
          </a:prstGeom>
          <a:ln xmlns:a="http://schemas.openxmlformats.org/drawingml/2006/main" w="19050">
            <a:solidFill>
              <a:srgbClr val="D88A00"/>
            </a:solidFill>
            <a:prstDash val="solid"/>
          </a:ln>
        </p:spPr>
      </p:sp>
      <p:sp>
        <p:nvSpPr>
          <p:cNvPr id="50" name="">
            <a:extLst xmlns:a="http://schemas.openxmlformats.org/drawingml/2006/main">
              <a:ext uri="{FF2B5EF4-FFF2-40B4-BE49-F238E27FC236}">
                <a16:creationId xmlns:a16="http://schemas.microsoft.com/office/drawing/2014/main" id="{D73B0A2B-E9C5-4893-9891-30EA4C265588}"/>
              </a:ext>
            </a:extLst>
          </p:cNvPr>
          <p:cNvSpPr>
            <a:spLocks xmlns:a="http://schemas.openxmlformats.org/drawingml/2006/main" noGrp="1"/>
          </p:cNvSpPr>
          <p:nvPr/>
        </p:nvSpPr>
        <p:spPr>
          <a:xfrm xmlns:a="http://schemas.openxmlformats.org/drawingml/2006/main">
            <a:off x="4286250" y="4171950"/>
            <a:ext cx="-704850" cy="0"/>
          </a:xfrm>
          <a:prstGeom xmlns:a="http://schemas.openxmlformats.org/drawingml/2006/main" prst="line">
            <a:avLst/>
          </a:prstGeom>
          <a:ln xmlns:a="http://schemas.openxmlformats.org/drawingml/2006/main" w="19050">
            <a:solidFill>
              <a:srgbClr val="6B4AA1"/>
            </a:solidFill>
            <a:prstDash val="solid"/>
          </a:ln>
        </p:spPr>
      </p:sp>
    </p:spTree>
    <p:extLst>
      <p:ext uri="{BB962C8B-B14F-4D97-AF65-F5344CB8AC3E}">
        <p14:creationId xmlns:p14="http://schemas.microsoft.com/office/powerpoint/2010/main" val="11692724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D6271C4-A1BB-47A4-917F-664524DB5796}"/>
              </a:ext>
            </a:extLst>
          </p:cNvPr>
          <p:cNvSpPr>
            <a:spLocks xmlns:a="http://schemas.openxmlformats.org/drawingml/2006/main" noGrp="1"/>
          </p:cNvSpPr>
          <p:nvPr/>
        </p:nvSpPr>
        <p:spPr>
          <a:xfrm xmlns:a="http://schemas.openxmlformats.org/drawingml/2006/main">
            <a:off x="457200" y="2667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61A45"/>
                </a:solidFill>
              </a:defRPr>
            </a:pPr>
            <a:r>
              <a:rPr sz="2850" b="1" i="0">
                <a:solidFill>
                  <a:srgbClr val="061A45"/>
                </a:solidFill>
              </a:rPr>
              <a:t>Harness Responsibilities Form the Control Surface</a:t>
            </a:r>
          </a:p>
        </p:txBody>
      </p:sp>
      <p:sp>
        <p:nvSpPr>
          <p:cNvPr id="2" name="">
            <a:extLst xmlns:a="http://schemas.openxmlformats.org/drawingml/2006/main">
              <a:ext uri="{FF2B5EF4-FFF2-40B4-BE49-F238E27FC236}">
                <a16:creationId xmlns:a16="http://schemas.microsoft.com/office/drawing/2014/main" id="{C117049F-5CA1-4062-A4EF-4A594467368F}"/>
              </a:ext>
            </a:extLst>
          </p:cNvPr>
          <p:cNvSpPr>
            <a:spLocks xmlns:a="http://schemas.openxmlformats.org/drawingml/2006/main" noGrp="1"/>
          </p:cNvSpPr>
          <p:nvPr/>
        </p:nvSpPr>
        <p:spPr>
          <a:xfrm xmlns:a="http://schemas.openxmlformats.org/drawingml/2006/main">
            <a:off x="2095500" y="838200"/>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1">
                <a:solidFill>
                  <a:srgbClr val="004AAD"/>
                </a:solidFill>
              </a:defRPr>
            </a:pPr>
            <a:r>
              <a:rPr sz="1500" b="0" i="1">
                <a:solidFill>
                  <a:srgbClr val="004AAD"/>
                </a:solidFill>
              </a:rPr>
              <a:t>A useful AI product needs runtime controls, not just a better prompt.</a:t>
            </a:r>
          </a:p>
        </p:txBody>
      </p:sp>
      <p:sp>
        <p:nvSpPr>
          <p:cNvPr id="3" name="">
            <a:extLst xmlns:a="http://schemas.openxmlformats.org/drawingml/2006/main">
              <a:ext uri="{FF2B5EF4-FFF2-40B4-BE49-F238E27FC236}">
                <a16:creationId xmlns:a16="http://schemas.microsoft.com/office/drawing/2014/main" id="{BC10847B-B7B1-495F-9B59-D3DE74E696CC}"/>
              </a:ext>
            </a:extLst>
          </p:cNvPr>
          <p:cNvSpPr>
            <a:spLocks xmlns:a="http://schemas.openxmlformats.org/drawingml/2006/main" noGrp="1"/>
          </p:cNvSpPr>
          <p:nvPr/>
        </p:nvSpPr>
        <p:spPr>
          <a:xfrm xmlns:a="http://schemas.openxmlformats.org/drawingml/2006/main">
            <a:off x="457200" y="1162050"/>
            <a:ext cx="11277600" cy="0"/>
          </a:xfrm>
          <a:prstGeom xmlns:a="http://schemas.openxmlformats.org/drawingml/2006/main" prst="line">
            <a:avLst/>
          </a:prstGeom>
          <a:ln xmlns:a="http://schemas.openxmlformats.org/drawingml/2006/main" w="19050">
            <a:solidFill>
              <a:srgbClr val="004AAD"/>
            </a:solidFill>
            <a:prstDash val="solid"/>
          </a:ln>
        </p:spPr>
      </p:sp>
      <p:sp>
        <p:nvSpPr>
          <p:cNvPr id="4" name="">
            <a:extLst xmlns:a="http://schemas.openxmlformats.org/drawingml/2006/main">
              <a:ext uri="{FF2B5EF4-FFF2-40B4-BE49-F238E27FC236}">
                <a16:creationId xmlns:a16="http://schemas.microsoft.com/office/drawing/2014/main" id="{10F9BE01-DAC7-4E0F-960E-E3C05039C1D7}"/>
              </a:ext>
            </a:extLst>
          </p:cNvPr>
          <p:cNvSpPr>
            <a:spLocks xmlns:a="http://schemas.openxmlformats.org/drawingml/2006/main" noGrp="1"/>
          </p:cNvSpPr>
          <p:nvPr/>
        </p:nvSpPr>
        <p:spPr>
          <a:xfrm xmlns:a="http://schemas.openxmlformats.org/drawingml/2006/main">
            <a:off x="742950" y="1543050"/>
            <a:ext cx="5124450" cy="781050"/>
          </a:xfrm>
          <a:prstGeom xmlns:a="http://schemas.openxmlformats.org/drawingml/2006/main" prst="roundRect">
            <a:avLst>
              <a:gd name="adj" fmla="val 9756"/>
            </a:avLst>
          </a:prstGeom>
          <a:solidFill xmlns:a="http://schemas.openxmlformats.org/drawingml/2006/main">
            <a:srgbClr val="F8FBFF"/>
          </a:solidFill>
          <a:ln xmlns:a="http://schemas.openxmlformats.org/drawingml/2006/main" w="10478">
            <a:solidFill>
              <a:srgbClr val="B9D4F6"/>
            </a:solidFill>
            <a:prstDash val="solid"/>
          </a:ln>
        </p:spPr>
      </p:sp>
      <p:sp>
        <p:nvSpPr>
          <p:cNvPr id="5" name="">
            <a:extLst xmlns:a="http://schemas.openxmlformats.org/drawingml/2006/main">
              <a:ext uri="{FF2B5EF4-FFF2-40B4-BE49-F238E27FC236}">
                <a16:creationId xmlns:a16="http://schemas.microsoft.com/office/drawing/2014/main" id="{1DB1567C-E2C4-42B5-9C87-B18506DD0672}"/>
              </a:ext>
            </a:extLst>
          </p:cNvPr>
          <p:cNvSpPr>
            <a:spLocks xmlns:a="http://schemas.openxmlformats.org/drawingml/2006/main" noGrp="1"/>
          </p:cNvSpPr>
          <p:nvPr/>
        </p:nvSpPr>
        <p:spPr>
          <a:xfrm xmlns:a="http://schemas.openxmlformats.org/drawingml/2006/main">
            <a:off x="914400" y="1733550"/>
            <a:ext cx="400050" cy="400050"/>
          </a:xfrm>
          <a:prstGeom xmlns:a="http://schemas.openxmlformats.org/drawingml/2006/main" prst="roundRect">
            <a:avLst>
              <a:gd name="adj" fmla="val 50000"/>
            </a:avLst>
          </a:prstGeom>
          <a:solidFill xmlns:a="http://schemas.openxmlformats.org/drawingml/2006/main">
            <a:srgbClr val="004AAD"/>
          </a:solidFill>
          <a:ln xmlns:a="http://schemas.openxmlformats.org/drawingml/2006/main" w="10478">
            <a:solidFill>
              <a:srgbClr val="004AAD"/>
            </a:solidFill>
            <a:prstDash val="solid"/>
          </a:ln>
        </p:spPr>
      </p:sp>
      <p:sp>
        <p:nvSpPr>
          <p:cNvPr id="6" name="">
            <a:extLst xmlns:a="http://schemas.openxmlformats.org/drawingml/2006/main">
              <a:ext uri="{FF2B5EF4-FFF2-40B4-BE49-F238E27FC236}">
                <a16:creationId xmlns:a16="http://schemas.microsoft.com/office/drawing/2014/main" id="{C7A98240-B3AE-4CF3-A688-5E8A1C5BD49F}"/>
              </a:ext>
            </a:extLst>
          </p:cNvPr>
          <p:cNvSpPr>
            <a:spLocks xmlns:a="http://schemas.openxmlformats.org/drawingml/2006/main" noGrp="1"/>
          </p:cNvSpPr>
          <p:nvPr/>
        </p:nvSpPr>
        <p:spPr>
          <a:xfrm xmlns:a="http://schemas.openxmlformats.org/drawingml/2006/main">
            <a:off x="1028700" y="18288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1</a:t>
            </a:r>
          </a:p>
        </p:txBody>
      </p:sp>
      <p:sp>
        <p:nvSpPr>
          <p:cNvPr id="7" name="">
            <a:extLst xmlns:a="http://schemas.openxmlformats.org/drawingml/2006/main">
              <a:ext uri="{FF2B5EF4-FFF2-40B4-BE49-F238E27FC236}">
                <a16:creationId xmlns:a16="http://schemas.microsoft.com/office/drawing/2014/main" id="{1394AAAD-89FC-4C5F-8612-41B376B61494}"/>
              </a:ext>
            </a:extLst>
          </p:cNvPr>
          <p:cNvSpPr>
            <a:spLocks xmlns:a="http://schemas.openxmlformats.org/drawingml/2006/main" noGrp="1"/>
          </p:cNvSpPr>
          <p:nvPr/>
        </p:nvSpPr>
        <p:spPr>
          <a:xfrm xmlns:a="http://schemas.openxmlformats.org/drawingml/2006/main">
            <a:off x="1485900" y="16954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004AAD"/>
                </a:solidFill>
              </a:defRPr>
            </a:pPr>
            <a:r>
              <a:rPr sz="1500" b="1" i="0">
                <a:solidFill>
                  <a:srgbClr val="004AAD"/>
                </a:solidFill>
              </a:rPr>
              <a:t>Context construction</a:t>
            </a:r>
          </a:p>
        </p:txBody>
      </p:sp>
      <p:sp>
        <p:nvSpPr>
          <p:cNvPr id="8" name="">
            <a:extLst xmlns:a="http://schemas.openxmlformats.org/drawingml/2006/main">
              <a:ext uri="{FF2B5EF4-FFF2-40B4-BE49-F238E27FC236}">
                <a16:creationId xmlns:a16="http://schemas.microsoft.com/office/drawing/2014/main" id="{B526569F-0308-45CA-9F4B-BB6C8F925D5A}"/>
              </a:ext>
            </a:extLst>
          </p:cNvPr>
          <p:cNvSpPr>
            <a:spLocks xmlns:a="http://schemas.openxmlformats.org/drawingml/2006/main" noGrp="1"/>
          </p:cNvSpPr>
          <p:nvPr/>
        </p:nvSpPr>
        <p:spPr>
          <a:xfrm xmlns:a="http://schemas.openxmlformats.org/drawingml/2006/main">
            <a:off x="1485900" y="19812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history, files, retrieval, results</a:t>
            </a:r>
          </a:p>
        </p:txBody>
      </p:sp>
      <p:sp>
        <p:nvSpPr>
          <p:cNvPr id="9" name="">
            <a:extLst xmlns:a="http://schemas.openxmlformats.org/drawingml/2006/main">
              <a:ext uri="{FF2B5EF4-FFF2-40B4-BE49-F238E27FC236}">
                <a16:creationId xmlns:a16="http://schemas.microsoft.com/office/drawing/2014/main" id="{CDA5FB21-EC38-4866-A6AD-C31DEC77270E}"/>
              </a:ext>
            </a:extLst>
          </p:cNvPr>
          <p:cNvSpPr>
            <a:spLocks xmlns:a="http://schemas.openxmlformats.org/drawingml/2006/main" noGrp="1"/>
          </p:cNvSpPr>
          <p:nvPr/>
        </p:nvSpPr>
        <p:spPr>
          <a:xfrm xmlns:a="http://schemas.openxmlformats.org/drawingml/2006/main">
            <a:off x="6324600" y="1543050"/>
            <a:ext cx="5124450" cy="781050"/>
          </a:xfrm>
          <a:prstGeom xmlns:a="http://schemas.openxmlformats.org/drawingml/2006/main" prst="roundRect">
            <a:avLst>
              <a:gd name="adj" fmla="val 9756"/>
            </a:avLst>
          </a:prstGeom>
          <a:solidFill xmlns:a="http://schemas.openxmlformats.org/drawingml/2006/main">
            <a:srgbClr val="F8FBFF"/>
          </a:solidFill>
          <a:ln xmlns:a="http://schemas.openxmlformats.org/drawingml/2006/main" w="10478">
            <a:solidFill>
              <a:srgbClr val="B9D4F6"/>
            </a:solidFill>
            <a:prstDash val="solid"/>
          </a:ln>
        </p:spPr>
      </p:sp>
      <p:sp>
        <p:nvSpPr>
          <p:cNvPr id="10" name="">
            <a:extLst xmlns:a="http://schemas.openxmlformats.org/drawingml/2006/main">
              <a:ext uri="{FF2B5EF4-FFF2-40B4-BE49-F238E27FC236}">
                <a16:creationId xmlns:a16="http://schemas.microsoft.com/office/drawing/2014/main" id="{4988E5F5-D88B-46AE-AA82-8BEE308580D3}"/>
              </a:ext>
            </a:extLst>
          </p:cNvPr>
          <p:cNvSpPr>
            <a:spLocks xmlns:a="http://schemas.openxmlformats.org/drawingml/2006/main" noGrp="1"/>
          </p:cNvSpPr>
          <p:nvPr/>
        </p:nvSpPr>
        <p:spPr>
          <a:xfrm xmlns:a="http://schemas.openxmlformats.org/drawingml/2006/main">
            <a:off x="6496050" y="1733550"/>
            <a:ext cx="400050" cy="400050"/>
          </a:xfrm>
          <a:prstGeom xmlns:a="http://schemas.openxmlformats.org/drawingml/2006/main" prst="roundRect">
            <a:avLst>
              <a:gd name="adj" fmla="val 50000"/>
            </a:avLst>
          </a:prstGeom>
          <a:solidFill xmlns:a="http://schemas.openxmlformats.org/drawingml/2006/main">
            <a:srgbClr val="138A43"/>
          </a:solidFill>
          <a:ln xmlns:a="http://schemas.openxmlformats.org/drawingml/2006/main" w="10478">
            <a:solidFill>
              <a:srgbClr val="138A43"/>
            </a:solidFill>
            <a:prstDash val="solid"/>
          </a:ln>
        </p:spPr>
      </p:sp>
      <p:sp>
        <p:nvSpPr>
          <p:cNvPr id="11" name="">
            <a:extLst xmlns:a="http://schemas.openxmlformats.org/drawingml/2006/main">
              <a:ext uri="{FF2B5EF4-FFF2-40B4-BE49-F238E27FC236}">
                <a16:creationId xmlns:a16="http://schemas.microsoft.com/office/drawing/2014/main" id="{6CC84DEC-5A9C-4B7B-BDCA-4398E96AA523}"/>
              </a:ext>
            </a:extLst>
          </p:cNvPr>
          <p:cNvSpPr>
            <a:spLocks xmlns:a="http://schemas.openxmlformats.org/drawingml/2006/main" noGrp="1"/>
          </p:cNvSpPr>
          <p:nvPr/>
        </p:nvSpPr>
        <p:spPr>
          <a:xfrm xmlns:a="http://schemas.openxmlformats.org/drawingml/2006/main">
            <a:off x="6610350" y="18288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2</a:t>
            </a:r>
          </a:p>
        </p:txBody>
      </p:sp>
      <p:sp>
        <p:nvSpPr>
          <p:cNvPr id="12" name="">
            <a:extLst xmlns:a="http://schemas.openxmlformats.org/drawingml/2006/main">
              <a:ext uri="{FF2B5EF4-FFF2-40B4-BE49-F238E27FC236}">
                <a16:creationId xmlns:a16="http://schemas.microsoft.com/office/drawing/2014/main" id="{4EF559E0-DBE2-4105-9386-43947D366108}"/>
              </a:ext>
            </a:extLst>
          </p:cNvPr>
          <p:cNvSpPr>
            <a:spLocks xmlns:a="http://schemas.openxmlformats.org/drawingml/2006/main" noGrp="1"/>
          </p:cNvSpPr>
          <p:nvPr/>
        </p:nvSpPr>
        <p:spPr>
          <a:xfrm xmlns:a="http://schemas.openxmlformats.org/drawingml/2006/main">
            <a:off x="7067550" y="16954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38A43"/>
                </a:solidFill>
              </a:defRPr>
            </a:pPr>
            <a:r>
              <a:rPr sz="1500" b="1" i="0">
                <a:solidFill>
                  <a:srgbClr val="138A43"/>
                </a:solidFill>
              </a:rPr>
              <a:t>Instruction injection</a:t>
            </a:r>
          </a:p>
        </p:txBody>
      </p:sp>
      <p:sp>
        <p:nvSpPr>
          <p:cNvPr id="13" name="">
            <a:extLst xmlns:a="http://schemas.openxmlformats.org/drawingml/2006/main">
              <a:ext uri="{FF2B5EF4-FFF2-40B4-BE49-F238E27FC236}">
                <a16:creationId xmlns:a16="http://schemas.microsoft.com/office/drawing/2014/main" id="{D60F8C4A-C0FA-4128-8CBF-53C8B2A5F930}"/>
              </a:ext>
            </a:extLst>
          </p:cNvPr>
          <p:cNvSpPr>
            <a:spLocks xmlns:a="http://schemas.openxmlformats.org/drawingml/2006/main" noGrp="1"/>
          </p:cNvSpPr>
          <p:nvPr/>
        </p:nvSpPr>
        <p:spPr>
          <a:xfrm xmlns:a="http://schemas.openxmlformats.org/drawingml/2006/main">
            <a:off x="7067550" y="19812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system, developer, user, agent</a:t>
            </a:r>
          </a:p>
        </p:txBody>
      </p:sp>
      <p:sp>
        <p:nvSpPr>
          <p:cNvPr id="14" name="">
            <a:extLst xmlns:a="http://schemas.openxmlformats.org/drawingml/2006/main">
              <a:ext uri="{FF2B5EF4-FFF2-40B4-BE49-F238E27FC236}">
                <a16:creationId xmlns:a16="http://schemas.microsoft.com/office/drawing/2014/main" id="{13646299-B547-4966-83AB-644621E84481}"/>
              </a:ext>
            </a:extLst>
          </p:cNvPr>
          <p:cNvSpPr>
            <a:spLocks xmlns:a="http://schemas.openxmlformats.org/drawingml/2006/main" noGrp="1"/>
          </p:cNvSpPr>
          <p:nvPr/>
        </p:nvSpPr>
        <p:spPr>
          <a:xfrm xmlns:a="http://schemas.openxmlformats.org/drawingml/2006/main">
            <a:off x="742950" y="2533650"/>
            <a:ext cx="5124450" cy="781050"/>
          </a:xfrm>
          <a:prstGeom xmlns:a="http://schemas.openxmlformats.org/drawingml/2006/main" prst="roundRect">
            <a:avLst>
              <a:gd name="adj" fmla="val 9756"/>
            </a:avLst>
          </a:prstGeom>
          <a:solidFill xmlns:a="http://schemas.openxmlformats.org/drawingml/2006/main">
            <a:srgbClr val="EEF6FF"/>
          </a:solidFill>
          <a:ln xmlns:a="http://schemas.openxmlformats.org/drawingml/2006/main" w="10478">
            <a:solidFill>
              <a:srgbClr val="B9D4F6"/>
            </a:solidFill>
            <a:prstDash val="solid"/>
          </a:ln>
        </p:spPr>
      </p:sp>
      <p:sp>
        <p:nvSpPr>
          <p:cNvPr id="15" name="">
            <a:extLst xmlns:a="http://schemas.openxmlformats.org/drawingml/2006/main">
              <a:ext uri="{FF2B5EF4-FFF2-40B4-BE49-F238E27FC236}">
                <a16:creationId xmlns:a16="http://schemas.microsoft.com/office/drawing/2014/main" id="{BD5660F8-81D7-4704-8F6E-4522E7B96930}"/>
              </a:ext>
            </a:extLst>
          </p:cNvPr>
          <p:cNvSpPr>
            <a:spLocks xmlns:a="http://schemas.openxmlformats.org/drawingml/2006/main" noGrp="1"/>
          </p:cNvSpPr>
          <p:nvPr/>
        </p:nvSpPr>
        <p:spPr>
          <a:xfrm xmlns:a="http://schemas.openxmlformats.org/drawingml/2006/main">
            <a:off x="914400" y="2724150"/>
            <a:ext cx="400050" cy="400050"/>
          </a:xfrm>
          <a:prstGeom xmlns:a="http://schemas.openxmlformats.org/drawingml/2006/main" prst="roundRect">
            <a:avLst>
              <a:gd name="adj" fmla="val 50000"/>
            </a:avLst>
          </a:prstGeom>
          <a:solidFill xmlns:a="http://schemas.openxmlformats.org/drawingml/2006/main">
            <a:srgbClr val="D88A00"/>
          </a:solidFill>
          <a:ln xmlns:a="http://schemas.openxmlformats.org/drawingml/2006/main" w="10478">
            <a:solidFill>
              <a:srgbClr val="D88A00"/>
            </a:solidFill>
            <a:prstDash val="solid"/>
          </a:ln>
        </p:spPr>
      </p:sp>
      <p:sp>
        <p:nvSpPr>
          <p:cNvPr id="16" name="">
            <a:extLst xmlns:a="http://schemas.openxmlformats.org/drawingml/2006/main">
              <a:ext uri="{FF2B5EF4-FFF2-40B4-BE49-F238E27FC236}">
                <a16:creationId xmlns:a16="http://schemas.microsoft.com/office/drawing/2014/main" id="{940072CF-9117-4B7E-A712-AB5C662CABFE}"/>
              </a:ext>
            </a:extLst>
          </p:cNvPr>
          <p:cNvSpPr>
            <a:spLocks xmlns:a="http://schemas.openxmlformats.org/drawingml/2006/main" noGrp="1"/>
          </p:cNvSpPr>
          <p:nvPr/>
        </p:nvSpPr>
        <p:spPr>
          <a:xfrm xmlns:a="http://schemas.openxmlformats.org/drawingml/2006/main">
            <a:off x="1028700" y="28194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3</a:t>
            </a:r>
          </a:p>
        </p:txBody>
      </p:sp>
      <p:sp>
        <p:nvSpPr>
          <p:cNvPr id="17" name="">
            <a:extLst xmlns:a="http://schemas.openxmlformats.org/drawingml/2006/main">
              <a:ext uri="{FF2B5EF4-FFF2-40B4-BE49-F238E27FC236}">
                <a16:creationId xmlns:a16="http://schemas.microsoft.com/office/drawing/2014/main" id="{BE769F32-96D1-4A88-A25B-FC966F77800D}"/>
              </a:ext>
            </a:extLst>
          </p:cNvPr>
          <p:cNvSpPr>
            <a:spLocks xmlns:a="http://schemas.openxmlformats.org/drawingml/2006/main" noGrp="1"/>
          </p:cNvSpPr>
          <p:nvPr/>
        </p:nvSpPr>
        <p:spPr>
          <a:xfrm xmlns:a="http://schemas.openxmlformats.org/drawingml/2006/main">
            <a:off x="1485900" y="26860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D88A00"/>
                </a:solidFill>
              </a:defRPr>
            </a:pPr>
            <a:r>
              <a:rPr sz="1500" b="1" i="0">
                <a:solidFill>
                  <a:srgbClr val="D88A00"/>
                </a:solidFill>
              </a:rPr>
              <a:t>Tool definition</a:t>
            </a:r>
          </a:p>
        </p:txBody>
      </p:sp>
      <p:sp>
        <p:nvSpPr>
          <p:cNvPr id="18" name="">
            <a:extLst xmlns:a="http://schemas.openxmlformats.org/drawingml/2006/main">
              <a:ext uri="{FF2B5EF4-FFF2-40B4-BE49-F238E27FC236}">
                <a16:creationId xmlns:a16="http://schemas.microsoft.com/office/drawing/2014/main" id="{0722BCEC-BCC7-47DF-AB2B-025B7779B2AB}"/>
              </a:ext>
            </a:extLst>
          </p:cNvPr>
          <p:cNvSpPr>
            <a:spLocks xmlns:a="http://schemas.openxmlformats.org/drawingml/2006/main" noGrp="1"/>
          </p:cNvSpPr>
          <p:nvPr/>
        </p:nvSpPr>
        <p:spPr>
          <a:xfrm xmlns:a="http://schemas.openxmlformats.org/drawingml/2006/main">
            <a:off x="1485900" y="29718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names, descriptions, schemas</a:t>
            </a:r>
          </a:p>
        </p:txBody>
      </p:sp>
      <p:sp>
        <p:nvSpPr>
          <p:cNvPr id="19" name="">
            <a:extLst xmlns:a="http://schemas.openxmlformats.org/drawingml/2006/main">
              <a:ext uri="{FF2B5EF4-FFF2-40B4-BE49-F238E27FC236}">
                <a16:creationId xmlns:a16="http://schemas.microsoft.com/office/drawing/2014/main" id="{339E007D-3CE4-4A88-9F4B-F26451F73638}"/>
              </a:ext>
            </a:extLst>
          </p:cNvPr>
          <p:cNvSpPr>
            <a:spLocks xmlns:a="http://schemas.openxmlformats.org/drawingml/2006/main" noGrp="1"/>
          </p:cNvSpPr>
          <p:nvPr/>
        </p:nvSpPr>
        <p:spPr>
          <a:xfrm xmlns:a="http://schemas.openxmlformats.org/drawingml/2006/main">
            <a:off x="6324600" y="2533650"/>
            <a:ext cx="5124450" cy="781050"/>
          </a:xfrm>
          <a:prstGeom xmlns:a="http://schemas.openxmlformats.org/drawingml/2006/main" prst="roundRect">
            <a:avLst>
              <a:gd name="adj" fmla="val 9756"/>
            </a:avLst>
          </a:prstGeom>
          <a:solidFill xmlns:a="http://schemas.openxmlformats.org/drawingml/2006/main">
            <a:srgbClr val="EEF6FF"/>
          </a:solidFill>
          <a:ln xmlns:a="http://schemas.openxmlformats.org/drawingml/2006/main" w="10478">
            <a:solidFill>
              <a:srgbClr val="B9D4F6"/>
            </a:solidFill>
            <a:prstDash val="solid"/>
          </a:ln>
        </p:spPr>
      </p:sp>
      <p:sp>
        <p:nvSpPr>
          <p:cNvPr id="20" name="">
            <a:extLst xmlns:a="http://schemas.openxmlformats.org/drawingml/2006/main">
              <a:ext uri="{FF2B5EF4-FFF2-40B4-BE49-F238E27FC236}">
                <a16:creationId xmlns:a16="http://schemas.microsoft.com/office/drawing/2014/main" id="{6C546750-4660-4BA8-A905-58E2672CD08D}"/>
              </a:ext>
            </a:extLst>
          </p:cNvPr>
          <p:cNvSpPr>
            <a:spLocks xmlns:a="http://schemas.openxmlformats.org/drawingml/2006/main" noGrp="1"/>
          </p:cNvSpPr>
          <p:nvPr/>
        </p:nvSpPr>
        <p:spPr>
          <a:xfrm xmlns:a="http://schemas.openxmlformats.org/drawingml/2006/main">
            <a:off x="6496050" y="2724150"/>
            <a:ext cx="400050" cy="400050"/>
          </a:xfrm>
          <a:prstGeom xmlns:a="http://schemas.openxmlformats.org/drawingml/2006/main" prst="roundRect">
            <a:avLst>
              <a:gd name="adj" fmla="val 50000"/>
            </a:avLst>
          </a:prstGeom>
          <a:solidFill xmlns:a="http://schemas.openxmlformats.org/drawingml/2006/main">
            <a:srgbClr val="6B4AA1"/>
          </a:solidFill>
          <a:ln xmlns:a="http://schemas.openxmlformats.org/drawingml/2006/main" w="10478">
            <a:solidFill>
              <a:srgbClr val="6B4AA1"/>
            </a:solidFill>
            <a:prstDash val="solid"/>
          </a:ln>
        </p:spPr>
      </p:sp>
      <p:sp>
        <p:nvSpPr>
          <p:cNvPr id="21" name="">
            <a:extLst xmlns:a="http://schemas.openxmlformats.org/drawingml/2006/main">
              <a:ext uri="{FF2B5EF4-FFF2-40B4-BE49-F238E27FC236}">
                <a16:creationId xmlns:a16="http://schemas.microsoft.com/office/drawing/2014/main" id="{37397DDC-0B97-431F-B53E-E4783E600B12}"/>
              </a:ext>
            </a:extLst>
          </p:cNvPr>
          <p:cNvSpPr>
            <a:spLocks xmlns:a="http://schemas.openxmlformats.org/drawingml/2006/main" noGrp="1"/>
          </p:cNvSpPr>
          <p:nvPr/>
        </p:nvSpPr>
        <p:spPr>
          <a:xfrm xmlns:a="http://schemas.openxmlformats.org/drawingml/2006/main">
            <a:off x="6610350" y="28194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4</a:t>
            </a:r>
          </a:p>
        </p:txBody>
      </p:sp>
      <p:sp>
        <p:nvSpPr>
          <p:cNvPr id="22" name="">
            <a:extLst xmlns:a="http://schemas.openxmlformats.org/drawingml/2006/main">
              <a:ext uri="{FF2B5EF4-FFF2-40B4-BE49-F238E27FC236}">
                <a16:creationId xmlns:a16="http://schemas.microsoft.com/office/drawing/2014/main" id="{CC28F6A5-DABC-4EDD-9A2C-F2578E4AE9A7}"/>
              </a:ext>
            </a:extLst>
          </p:cNvPr>
          <p:cNvSpPr>
            <a:spLocks xmlns:a="http://schemas.openxmlformats.org/drawingml/2006/main" noGrp="1"/>
          </p:cNvSpPr>
          <p:nvPr/>
        </p:nvSpPr>
        <p:spPr>
          <a:xfrm xmlns:a="http://schemas.openxmlformats.org/drawingml/2006/main">
            <a:off x="7067550" y="26860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6B4AA1"/>
                </a:solidFill>
              </a:defRPr>
            </a:pPr>
            <a:r>
              <a:rPr sz="1500" b="1" i="0">
                <a:solidFill>
                  <a:srgbClr val="6B4AA1"/>
                </a:solidFill>
              </a:rPr>
              <a:t>Tool-call parsing</a:t>
            </a:r>
          </a:p>
        </p:txBody>
      </p:sp>
      <p:sp>
        <p:nvSpPr>
          <p:cNvPr id="23" name="">
            <a:extLst xmlns:a="http://schemas.openxmlformats.org/drawingml/2006/main">
              <a:ext uri="{FF2B5EF4-FFF2-40B4-BE49-F238E27FC236}">
                <a16:creationId xmlns:a16="http://schemas.microsoft.com/office/drawing/2014/main" id="{AB173336-3C0E-425E-A073-56696A4D6D65}"/>
              </a:ext>
            </a:extLst>
          </p:cNvPr>
          <p:cNvSpPr>
            <a:spLocks xmlns:a="http://schemas.openxmlformats.org/drawingml/2006/main" noGrp="1"/>
          </p:cNvSpPr>
          <p:nvPr/>
        </p:nvSpPr>
        <p:spPr>
          <a:xfrm xmlns:a="http://schemas.openxmlformats.org/drawingml/2006/main">
            <a:off x="7067550" y="29718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distinguish text from requests</a:t>
            </a:r>
          </a:p>
        </p:txBody>
      </p:sp>
      <p:sp>
        <p:nvSpPr>
          <p:cNvPr id="24" name="">
            <a:extLst xmlns:a="http://schemas.openxmlformats.org/drawingml/2006/main">
              <a:ext uri="{FF2B5EF4-FFF2-40B4-BE49-F238E27FC236}">
                <a16:creationId xmlns:a16="http://schemas.microsoft.com/office/drawing/2014/main" id="{607DD09A-0DB4-49C1-91E6-06F7828A47FE}"/>
              </a:ext>
            </a:extLst>
          </p:cNvPr>
          <p:cNvSpPr>
            <a:spLocks xmlns:a="http://schemas.openxmlformats.org/drawingml/2006/main" noGrp="1"/>
          </p:cNvSpPr>
          <p:nvPr/>
        </p:nvSpPr>
        <p:spPr>
          <a:xfrm xmlns:a="http://schemas.openxmlformats.org/drawingml/2006/main">
            <a:off x="742950" y="3524250"/>
            <a:ext cx="5124450" cy="781050"/>
          </a:xfrm>
          <a:prstGeom xmlns:a="http://schemas.openxmlformats.org/drawingml/2006/main" prst="roundRect">
            <a:avLst>
              <a:gd name="adj" fmla="val 9756"/>
            </a:avLst>
          </a:prstGeom>
          <a:solidFill xmlns:a="http://schemas.openxmlformats.org/drawingml/2006/main">
            <a:srgbClr val="F8FBFF"/>
          </a:solidFill>
          <a:ln xmlns:a="http://schemas.openxmlformats.org/drawingml/2006/main" w="10478">
            <a:solidFill>
              <a:srgbClr val="B9D4F6"/>
            </a:solidFill>
            <a:prstDash val="solid"/>
          </a:ln>
        </p:spPr>
      </p:sp>
      <p:sp>
        <p:nvSpPr>
          <p:cNvPr id="25" name="">
            <a:extLst xmlns:a="http://schemas.openxmlformats.org/drawingml/2006/main">
              <a:ext uri="{FF2B5EF4-FFF2-40B4-BE49-F238E27FC236}">
                <a16:creationId xmlns:a16="http://schemas.microsoft.com/office/drawing/2014/main" id="{D717AE2C-8FC6-4A94-BB72-E708123692EA}"/>
              </a:ext>
            </a:extLst>
          </p:cNvPr>
          <p:cNvSpPr>
            <a:spLocks xmlns:a="http://schemas.openxmlformats.org/drawingml/2006/main" noGrp="1"/>
          </p:cNvSpPr>
          <p:nvPr/>
        </p:nvSpPr>
        <p:spPr>
          <a:xfrm xmlns:a="http://schemas.openxmlformats.org/drawingml/2006/main">
            <a:off x="914400" y="3714750"/>
            <a:ext cx="400050" cy="400050"/>
          </a:xfrm>
          <a:prstGeom xmlns:a="http://schemas.openxmlformats.org/drawingml/2006/main" prst="roundRect">
            <a:avLst>
              <a:gd name="adj" fmla="val 50000"/>
            </a:avLst>
          </a:prstGeom>
          <a:solidFill xmlns:a="http://schemas.openxmlformats.org/drawingml/2006/main">
            <a:srgbClr val="CC2B2B"/>
          </a:solidFill>
          <a:ln xmlns:a="http://schemas.openxmlformats.org/drawingml/2006/main" w="10478">
            <a:solidFill>
              <a:srgbClr val="CC2B2B"/>
            </a:solidFill>
            <a:prstDash val="solid"/>
          </a:ln>
        </p:spPr>
      </p:sp>
      <p:sp>
        <p:nvSpPr>
          <p:cNvPr id="26" name="">
            <a:extLst xmlns:a="http://schemas.openxmlformats.org/drawingml/2006/main">
              <a:ext uri="{FF2B5EF4-FFF2-40B4-BE49-F238E27FC236}">
                <a16:creationId xmlns:a16="http://schemas.microsoft.com/office/drawing/2014/main" id="{17B4529C-1F9B-4C67-AAD2-70D3DFA88736}"/>
              </a:ext>
            </a:extLst>
          </p:cNvPr>
          <p:cNvSpPr>
            <a:spLocks xmlns:a="http://schemas.openxmlformats.org/drawingml/2006/main" noGrp="1"/>
          </p:cNvSpPr>
          <p:nvPr/>
        </p:nvSpPr>
        <p:spPr>
          <a:xfrm xmlns:a="http://schemas.openxmlformats.org/drawingml/2006/main">
            <a:off x="1028700" y="38100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5</a:t>
            </a:r>
          </a:p>
        </p:txBody>
      </p:sp>
      <p:sp>
        <p:nvSpPr>
          <p:cNvPr id="27" name="">
            <a:extLst xmlns:a="http://schemas.openxmlformats.org/drawingml/2006/main">
              <a:ext uri="{FF2B5EF4-FFF2-40B4-BE49-F238E27FC236}">
                <a16:creationId xmlns:a16="http://schemas.microsoft.com/office/drawing/2014/main" id="{BB5B479D-E1B2-47D4-B524-F402BCD425F1}"/>
              </a:ext>
            </a:extLst>
          </p:cNvPr>
          <p:cNvSpPr>
            <a:spLocks xmlns:a="http://schemas.openxmlformats.org/drawingml/2006/main" noGrp="1"/>
          </p:cNvSpPr>
          <p:nvPr/>
        </p:nvSpPr>
        <p:spPr>
          <a:xfrm xmlns:a="http://schemas.openxmlformats.org/drawingml/2006/main">
            <a:off x="1485900" y="36766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CC2B2B"/>
                </a:solidFill>
              </a:defRPr>
            </a:pPr>
            <a:r>
              <a:rPr sz="1500" b="1" i="0">
                <a:solidFill>
                  <a:srgbClr val="CC2B2B"/>
                </a:solidFill>
              </a:rPr>
              <a:t>Validation and permission</a:t>
            </a:r>
          </a:p>
        </p:txBody>
      </p:sp>
      <p:sp>
        <p:nvSpPr>
          <p:cNvPr id="28" name="">
            <a:extLst xmlns:a="http://schemas.openxmlformats.org/drawingml/2006/main">
              <a:ext uri="{FF2B5EF4-FFF2-40B4-BE49-F238E27FC236}">
                <a16:creationId xmlns:a16="http://schemas.microsoft.com/office/drawing/2014/main" id="{33371063-CF4B-4659-A1E5-6225D8A0B9F8}"/>
              </a:ext>
            </a:extLst>
          </p:cNvPr>
          <p:cNvSpPr>
            <a:spLocks xmlns:a="http://schemas.openxmlformats.org/drawingml/2006/main" noGrp="1"/>
          </p:cNvSpPr>
          <p:nvPr/>
        </p:nvSpPr>
        <p:spPr>
          <a:xfrm xmlns:a="http://schemas.openxmlformats.org/drawingml/2006/main">
            <a:off x="1485900" y="39624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schema, policy, approval</a:t>
            </a:r>
          </a:p>
        </p:txBody>
      </p:sp>
      <p:sp>
        <p:nvSpPr>
          <p:cNvPr id="29" name="">
            <a:extLst xmlns:a="http://schemas.openxmlformats.org/drawingml/2006/main">
              <a:ext uri="{FF2B5EF4-FFF2-40B4-BE49-F238E27FC236}">
                <a16:creationId xmlns:a16="http://schemas.microsoft.com/office/drawing/2014/main" id="{DE2DC3AC-1A97-45BB-BF9C-B36662ED4BE0}"/>
              </a:ext>
            </a:extLst>
          </p:cNvPr>
          <p:cNvSpPr>
            <a:spLocks xmlns:a="http://schemas.openxmlformats.org/drawingml/2006/main" noGrp="1"/>
          </p:cNvSpPr>
          <p:nvPr/>
        </p:nvSpPr>
        <p:spPr>
          <a:xfrm xmlns:a="http://schemas.openxmlformats.org/drawingml/2006/main">
            <a:off x="6324600" y="3524250"/>
            <a:ext cx="5124450" cy="781050"/>
          </a:xfrm>
          <a:prstGeom xmlns:a="http://schemas.openxmlformats.org/drawingml/2006/main" prst="roundRect">
            <a:avLst>
              <a:gd name="adj" fmla="val 9756"/>
            </a:avLst>
          </a:prstGeom>
          <a:solidFill xmlns:a="http://schemas.openxmlformats.org/drawingml/2006/main">
            <a:srgbClr val="F8FBFF"/>
          </a:solidFill>
          <a:ln xmlns:a="http://schemas.openxmlformats.org/drawingml/2006/main" w="10478">
            <a:solidFill>
              <a:srgbClr val="B9D4F6"/>
            </a:solidFill>
            <a:prstDash val="solid"/>
          </a:ln>
        </p:spPr>
      </p:sp>
      <p:sp>
        <p:nvSpPr>
          <p:cNvPr id="30" name="">
            <a:extLst xmlns:a="http://schemas.openxmlformats.org/drawingml/2006/main">
              <a:ext uri="{FF2B5EF4-FFF2-40B4-BE49-F238E27FC236}">
                <a16:creationId xmlns:a16="http://schemas.microsoft.com/office/drawing/2014/main" id="{DA525553-88ED-49BC-AD17-596EE7EDB9DC}"/>
              </a:ext>
            </a:extLst>
          </p:cNvPr>
          <p:cNvSpPr>
            <a:spLocks xmlns:a="http://schemas.openxmlformats.org/drawingml/2006/main" noGrp="1"/>
          </p:cNvSpPr>
          <p:nvPr/>
        </p:nvSpPr>
        <p:spPr>
          <a:xfrm xmlns:a="http://schemas.openxmlformats.org/drawingml/2006/main">
            <a:off x="6496050" y="3714750"/>
            <a:ext cx="400050" cy="400050"/>
          </a:xfrm>
          <a:prstGeom xmlns:a="http://schemas.openxmlformats.org/drawingml/2006/main" prst="roundRect">
            <a:avLst>
              <a:gd name="adj" fmla="val 50000"/>
            </a:avLst>
          </a:prstGeom>
          <a:solidFill xmlns:a="http://schemas.openxmlformats.org/drawingml/2006/main">
            <a:srgbClr val="138A43"/>
          </a:solidFill>
          <a:ln xmlns:a="http://schemas.openxmlformats.org/drawingml/2006/main" w="10478">
            <a:solidFill>
              <a:srgbClr val="138A43"/>
            </a:solidFill>
            <a:prstDash val="solid"/>
          </a:ln>
        </p:spPr>
      </p:sp>
      <p:sp>
        <p:nvSpPr>
          <p:cNvPr id="31" name="">
            <a:extLst xmlns:a="http://schemas.openxmlformats.org/drawingml/2006/main">
              <a:ext uri="{FF2B5EF4-FFF2-40B4-BE49-F238E27FC236}">
                <a16:creationId xmlns:a16="http://schemas.microsoft.com/office/drawing/2014/main" id="{96C78C98-B54B-407C-91D2-896390B51552}"/>
              </a:ext>
            </a:extLst>
          </p:cNvPr>
          <p:cNvSpPr>
            <a:spLocks xmlns:a="http://schemas.openxmlformats.org/drawingml/2006/main" noGrp="1"/>
          </p:cNvSpPr>
          <p:nvPr/>
        </p:nvSpPr>
        <p:spPr>
          <a:xfrm xmlns:a="http://schemas.openxmlformats.org/drawingml/2006/main">
            <a:off x="6610350" y="38100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6</a:t>
            </a:r>
          </a:p>
        </p:txBody>
      </p:sp>
      <p:sp>
        <p:nvSpPr>
          <p:cNvPr id="32" name="">
            <a:extLst xmlns:a="http://schemas.openxmlformats.org/drawingml/2006/main">
              <a:ext uri="{FF2B5EF4-FFF2-40B4-BE49-F238E27FC236}">
                <a16:creationId xmlns:a16="http://schemas.microsoft.com/office/drawing/2014/main" id="{86A8106E-D253-4812-B116-82E311F766EA}"/>
              </a:ext>
            </a:extLst>
          </p:cNvPr>
          <p:cNvSpPr>
            <a:spLocks xmlns:a="http://schemas.openxmlformats.org/drawingml/2006/main" noGrp="1"/>
          </p:cNvSpPr>
          <p:nvPr/>
        </p:nvSpPr>
        <p:spPr>
          <a:xfrm xmlns:a="http://schemas.openxmlformats.org/drawingml/2006/main">
            <a:off x="7067550" y="36766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38A43"/>
                </a:solidFill>
              </a:defRPr>
            </a:pPr>
            <a:r>
              <a:rPr sz="1500" b="1" i="0">
                <a:solidFill>
                  <a:srgbClr val="138A43"/>
                </a:solidFill>
              </a:rPr>
              <a:t>Execution</a:t>
            </a:r>
          </a:p>
        </p:txBody>
      </p:sp>
      <p:sp>
        <p:nvSpPr>
          <p:cNvPr id="33" name="">
            <a:extLst xmlns:a="http://schemas.openxmlformats.org/drawingml/2006/main">
              <a:ext uri="{FF2B5EF4-FFF2-40B4-BE49-F238E27FC236}">
                <a16:creationId xmlns:a16="http://schemas.microsoft.com/office/drawing/2014/main" id="{88356F03-5AF6-4F3A-A7E0-31EFD46BB389}"/>
              </a:ext>
            </a:extLst>
          </p:cNvPr>
          <p:cNvSpPr>
            <a:spLocks xmlns:a="http://schemas.openxmlformats.org/drawingml/2006/main" noGrp="1"/>
          </p:cNvSpPr>
          <p:nvPr/>
        </p:nvSpPr>
        <p:spPr>
          <a:xfrm xmlns:a="http://schemas.openxmlformats.org/drawingml/2006/main">
            <a:off x="7067550" y="39624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APIs, files, browser, shell, MCP</a:t>
            </a:r>
          </a:p>
        </p:txBody>
      </p:sp>
      <p:sp>
        <p:nvSpPr>
          <p:cNvPr id="34" name="">
            <a:extLst xmlns:a="http://schemas.openxmlformats.org/drawingml/2006/main">
              <a:ext uri="{FF2B5EF4-FFF2-40B4-BE49-F238E27FC236}">
                <a16:creationId xmlns:a16="http://schemas.microsoft.com/office/drawing/2014/main" id="{89187B8B-9033-4838-85AD-1478CA458B5A}"/>
              </a:ext>
            </a:extLst>
          </p:cNvPr>
          <p:cNvSpPr>
            <a:spLocks xmlns:a="http://schemas.openxmlformats.org/drawingml/2006/main" noGrp="1"/>
          </p:cNvSpPr>
          <p:nvPr/>
        </p:nvSpPr>
        <p:spPr>
          <a:xfrm xmlns:a="http://schemas.openxmlformats.org/drawingml/2006/main">
            <a:off x="742950" y="4514850"/>
            <a:ext cx="5124450" cy="781050"/>
          </a:xfrm>
          <a:prstGeom xmlns:a="http://schemas.openxmlformats.org/drawingml/2006/main" prst="roundRect">
            <a:avLst>
              <a:gd name="adj" fmla="val 9756"/>
            </a:avLst>
          </a:prstGeom>
          <a:solidFill xmlns:a="http://schemas.openxmlformats.org/drawingml/2006/main">
            <a:srgbClr val="EEF6FF"/>
          </a:solidFill>
          <a:ln xmlns:a="http://schemas.openxmlformats.org/drawingml/2006/main" w="10478">
            <a:solidFill>
              <a:srgbClr val="B9D4F6"/>
            </a:solidFill>
            <a:prstDash val="solid"/>
          </a:ln>
        </p:spPr>
      </p:sp>
      <p:sp>
        <p:nvSpPr>
          <p:cNvPr id="35" name="">
            <a:extLst xmlns:a="http://schemas.openxmlformats.org/drawingml/2006/main">
              <a:ext uri="{FF2B5EF4-FFF2-40B4-BE49-F238E27FC236}">
                <a16:creationId xmlns:a16="http://schemas.microsoft.com/office/drawing/2014/main" id="{DB2B2CA5-2F90-41A3-B397-21855F2021EC}"/>
              </a:ext>
            </a:extLst>
          </p:cNvPr>
          <p:cNvSpPr>
            <a:spLocks xmlns:a="http://schemas.openxmlformats.org/drawingml/2006/main" noGrp="1"/>
          </p:cNvSpPr>
          <p:nvPr/>
        </p:nvSpPr>
        <p:spPr>
          <a:xfrm xmlns:a="http://schemas.openxmlformats.org/drawingml/2006/main">
            <a:off x="914400" y="4705350"/>
            <a:ext cx="400050" cy="400050"/>
          </a:xfrm>
          <a:prstGeom xmlns:a="http://schemas.openxmlformats.org/drawingml/2006/main" prst="roundRect">
            <a:avLst>
              <a:gd name="adj" fmla="val 50000"/>
            </a:avLst>
          </a:prstGeom>
          <a:solidFill xmlns:a="http://schemas.openxmlformats.org/drawingml/2006/main">
            <a:srgbClr val="004AAD"/>
          </a:solidFill>
          <a:ln xmlns:a="http://schemas.openxmlformats.org/drawingml/2006/main" w="10478">
            <a:solidFill>
              <a:srgbClr val="004AAD"/>
            </a:solidFill>
            <a:prstDash val="solid"/>
          </a:ln>
        </p:spPr>
      </p:sp>
      <p:sp>
        <p:nvSpPr>
          <p:cNvPr id="36" name="">
            <a:extLst xmlns:a="http://schemas.openxmlformats.org/drawingml/2006/main">
              <a:ext uri="{FF2B5EF4-FFF2-40B4-BE49-F238E27FC236}">
                <a16:creationId xmlns:a16="http://schemas.microsoft.com/office/drawing/2014/main" id="{3C3978C6-5D07-4092-B0FF-F1A4D73C65AA}"/>
              </a:ext>
            </a:extLst>
          </p:cNvPr>
          <p:cNvSpPr>
            <a:spLocks xmlns:a="http://schemas.openxmlformats.org/drawingml/2006/main" noGrp="1"/>
          </p:cNvSpPr>
          <p:nvPr/>
        </p:nvSpPr>
        <p:spPr>
          <a:xfrm xmlns:a="http://schemas.openxmlformats.org/drawingml/2006/main">
            <a:off x="1028700" y="48006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7</a:t>
            </a:r>
          </a:p>
        </p:txBody>
      </p:sp>
      <p:sp>
        <p:nvSpPr>
          <p:cNvPr id="37" name="">
            <a:extLst xmlns:a="http://schemas.openxmlformats.org/drawingml/2006/main">
              <a:ext uri="{FF2B5EF4-FFF2-40B4-BE49-F238E27FC236}">
                <a16:creationId xmlns:a16="http://schemas.microsoft.com/office/drawing/2014/main" id="{1B19641D-6ACF-4485-91E5-C9D5F0D672A8}"/>
              </a:ext>
            </a:extLst>
          </p:cNvPr>
          <p:cNvSpPr>
            <a:spLocks xmlns:a="http://schemas.openxmlformats.org/drawingml/2006/main" noGrp="1"/>
          </p:cNvSpPr>
          <p:nvPr/>
        </p:nvSpPr>
        <p:spPr>
          <a:xfrm xmlns:a="http://schemas.openxmlformats.org/drawingml/2006/main">
            <a:off x="1485900" y="46672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004AAD"/>
                </a:solidFill>
              </a:defRPr>
            </a:pPr>
            <a:r>
              <a:rPr sz="1500" b="1" i="0">
                <a:solidFill>
                  <a:srgbClr val="004AAD"/>
                </a:solidFill>
              </a:rPr>
              <a:t>Observation writing</a:t>
            </a:r>
          </a:p>
        </p:txBody>
      </p:sp>
      <p:sp>
        <p:nvSpPr>
          <p:cNvPr id="38" name="">
            <a:extLst xmlns:a="http://schemas.openxmlformats.org/drawingml/2006/main">
              <a:ext uri="{FF2B5EF4-FFF2-40B4-BE49-F238E27FC236}">
                <a16:creationId xmlns:a16="http://schemas.microsoft.com/office/drawing/2014/main" id="{EADA2BB9-863C-4151-8766-6E3C01FB0731}"/>
              </a:ext>
            </a:extLst>
          </p:cNvPr>
          <p:cNvSpPr>
            <a:spLocks xmlns:a="http://schemas.openxmlformats.org/drawingml/2006/main" noGrp="1"/>
          </p:cNvSpPr>
          <p:nvPr/>
        </p:nvSpPr>
        <p:spPr>
          <a:xfrm xmlns:a="http://schemas.openxmlformats.org/drawingml/2006/main">
            <a:off x="1485900" y="49530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results, errors, traces</a:t>
            </a:r>
          </a:p>
        </p:txBody>
      </p:sp>
      <p:sp>
        <p:nvSpPr>
          <p:cNvPr id="39" name="">
            <a:extLst xmlns:a="http://schemas.openxmlformats.org/drawingml/2006/main">
              <a:ext uri="{FF2B5EF4-FFF2-40B4-BE49-F238E27FC236}">
                <a16:creationId xmlns:a16="http://schemas.microsoft.com/office/drawing/2014/main" id="{C7AA7D8F-D137-4F75-A523-B62D1C200D88}"/>
              </a:ext>
            </a:extLst>
          </p:cNvPr>
          <p:cNvSpPr>
            <a:spLocks xmlns:a="http://schemas.openxmlformats.org/drawingml/2006/main" noGrp="1"/>
          </p:cNvSpPr>
          <p:nvPr/>
        </p:nvSpPr>
        <p:spPr>
          <a:xfrm xmlns:a="http://schemas.openxmlformats.org/drawingml/2006/main">
            <a:off x="6324600" y="4514850"/>
            <a:ext cx="5124450" cy="781050"/>
          </a:xfrm>
          <a:prstGeom xmlns:a="http://schemas.openxmlformats.org/drawingml/2006/main" prst="roundRect">
            <a:avLst>
              <a:gd name="adj" fmla="val 9756"/>
            </a:avLst>
          </a:prstGeom>
          <a:solidFill xmlns:a="http://schemas.openxmlformats.org/drawingml/2006/main">
            <a:srgbClr val="EEF6FF"/>
          </a:solidFill>
          <a:ln xmlns:a="http://schemas.openxmlformats.org/drawingml/2006/main" w="10478">
            <a:solidFill>
              <a:srgbClr val="B9D4F6"/>
            </a:solidFill>
            <a:prstDash val="solid"/>
          </a:ln>
        </p:spPr>
      </p:sp>
      <p:sp>
        <p:nvSpPr>
          <p:cNvPr id="40" name="">
            <a:extLst xmlns:a="http://schemas.openxmlformats.org/drawingml/2006/main">
              <a:ext uri="{FF2B5EF4-FFF2-40B4-BE49-F238E27FC236}">
                <a16:creationId xmlns:a16="http://schemas.microsoft.com/office/drawing/2014/main" id="{D927B83F-285E-4616-AD94-8D629F32E299}"/>
              </a:ext>
            </a:extLst>
          </p:cNvPr>
          <p:cNvSpPr>
            <a:spLocks xmlns:a="http://schemas.openxmlformats.org/drawingml/2006/main" noGrp="1"/>
          </p:cNvSpPr>
          <p:nvPr/>
        </p:nvSpPr>
        <p:spPr>
          <a:xfrm xmlns:a="http://schemas.openxmlformats.org/drawingml/2006/main">
            <a:off x="6496050" y="4705350"/>
            <a:ext cx="400050" cy="400050"/>
          </a:xfrm>
          <a:prstGeom xmlns:a="http://schemas.openxmlformats.org/drawingml/2006/main" prst="roundRect">
            <a:avLst>
              <a:gd name="adj" fmla="val 50000"/>
            </a:avLst>
          </a:prstGeom>
          <a:solidFill xmlns:a="http://schemas.openxmlformats.org/drawingml/2006/main">
            <a:srgbClr val="D88A00"/>
          </a:solidFill>
          <a:ln xmlns:a="http://schemas.openxmlformats.org/drawingml/2006/main" w="10478">
            <a:solidFill>
              <a:srgbClr val="D88A00"/>
            </a:solidFill>
            <a:prstDash val="solid"/>
          </a:ln>
        </p:spPr>
      </p:sp>
      <p:sp>
        <p:nvSpPr>
          <p:cNvPr id="41" name="">
            <a:extLst xmlns:a="http://schemas.openxmlformats.org/drawingml/2006/main">
              <a:ext uri="{FF2B5EF4-FFF2-40B4-BE49-F238E27FC236}">
                <a16:creationId xmlns:a16="http://schemas.microsoft.com/office/drawing/2014/main" id="{C98EDD00-EB41-4AEB-AA67-7684D91B75FB}"/>
              </a:ext>
            </a:extLst>
          </p:cNvPr>
          <p:cNvSpPr>
            <a:spLocks xmlns:a="http://schemas.openxmlformats.org/drawingml/2006/main" noGrp="1"/>
          </p:cNvSpPr>
          <p:nvPr/>
        </p:nvSpPr>
        <p:spPr>
          <a:xfrm xmlns:a="http://schemas.openxmlformats.org/drawingml/2006/main">
            <a:off x="6610350" y="48006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8</a:t>
            </a:r>
          </a:p>
        </p:txBody>
      </p:sp>
      <p:sp>
        <p:nvSpPr>
          <p:cNvPr id="42" name="">
            <a:extLst xmlns:a="http://schemas.openxmlformats.org/drawingml/2006/main">
              <a:ext uri="{FF2B5EF4-FFF2-40B4-BE49-F238E27FC236}">
                <a16:creationId xmlns:a16="http://schemas.microsoft.com/office/drawing/2014/main" id="{640828B6-026A-4004-B31E-B4205F6BE24A}"/>
              </a:ext>
            </a:extLst>
          </p:cNvPr>
          <p:cNvSpPr>
            <a:spLocks xmlns:a="http://schemas.openxmlformats.org/drawingml/2006/main" noGrp="1"/>
          </p:cNvSpPr>
          <p:nvPr/>
        </p:nvSpPr>
        <p:spPr>
          <a:xfrm xmlns:a="http://schemas.openxmlformats.org/drawingml/2006/main">
            <a:off x="7067550" y="46672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D88A00"/>
                </a:solidFill>
              </a:defRPr>
            </a:pPr>
            <a:r>
              <a:rPr sz="1500" b="1" i="0">
                <a:solidFill>
                  <a:srgbClr val="D88A00"/>
                </a:solidFill>
              </a:rPr>
              <a:t>Loop control</a:t>
            </a:r>
          </a:p>
        </p:txBody>
      </p:sp>
      <p:sp>
        <p:nvSpPr>
          <p:cNvPr id="43" name="">
            <a:extLst xmlns:a="http://schemas.openxmlformats.org/drawingml/2006/main">
              <a:ext uri="{FF2B5EF4-FFF2-40B4-BE49-F238E27FC236}">
                <a16:creationId xmlns:a16="http://schemas.microsoft.com/office/drawing/2014/main" id="{FD71D00C-B0AF-40A9-9FCC-6A932F597DDA}"/>
              </a:ext>
            </a:extLst>
          </p:cNvPr>
          <p:cNvSpPr>
            <a:spLocks xmlns:a="http://schemas.openxmlformats.org/drawingml/2006/main" noGrp="1"/>
          </p:cNvSpPr>
          <p:nvPr/>
        </p:nvSpPr>
        <p:spPr>
          <a:xfrm xmlns:a="http://schemas.openxmlformats.org/drawingml/2006/main">
            <a:off x="7067550" y="49530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retry, stop, timeout, cost</a:t>
            </a:r>
          </a:p>
        </p:txBody>
      </p:sp>
      <p:sp>
        <p:nvSpPr>
          <p:cNvPr id="44" name="">
            <a:extLst xmlns:a="http://schemas.openxmlformats.org/drawingml/2006/main">
              <a:ext uri="{FF2B5EF4-FFF2-40B4-BE49-F238E27FC236}">
                <a16:creationId xmlns:a16="http://schemas.microsoft.com/office/drawing/2014/main" id="{047242D5-562A-4D92-850B-FB3F462C4A3A}"/>
              </a:ext>
            </a:extLst>
          </p:cNvPr>
          <p:cNvSpPr>
            <a:spLocks xmlns:a="http://schemas.openxmlformats.org/drawingml/2006/main" noGrp="1"/>
          </p:cNvSpPr>
          <p:nvPr/>
        </p:nvSpPr>
        <p:spPr>
          <a:xfrm xmlns:a="http://schemas.openxmlformats.org/drawingml/2006/main">
            <a:off x="1657350" y="5753100"/>
            <a:ext cx="8877300" cy="476250"/>
          </a:xfrm>
          <a:prstGeom xmlns:a="http://schemas.openxmlformats.org/drawingml/2006/main" prst="roundRect">
            <a:avLst>
              <a:gd name="adj" fmla="val 16000"/>
            </a:avLst>
          </a:prstGeom>
          <a:solidFill xmlns:a="http://schemas.openxmlformats.org/drawingml/2006/main">
            <a:srgbClr val="FFF7DF"/>
          </a:solidFill>
          <a:ln xmlns:a="http://schemas.openxmlformats.org/drawingml/2006/main" w="10478">
            <a:solidFill>
              <a:srgbClr val="F0D891"/>
            </a:solidFill>
            <a:prstDash val="solid"/>
          </a:ln>
        </p:spPr>
      </p:sp>
      <p:sp>
        <p:nvSpPr>
          <p:cNvPr id="45" name="">
            <a:extLst xmlns:a="http://schemas.openxmlformats.org/drawingml/2006/main">
              <a:ext uri="{FF2B5EF4-FFF2-40B4-BE49-F238E27FC236}">
                <a16:creationId xmlns:a16="http://schemas.microsoft.com/office/drawing/2014/main" id="{E7705C52-99B2-494F-B3F3-C10C121EED8C}"/>
              </a:ext>
            </a:extLst>
          </p:cNvPr>
          <p:cNvSpPr>
            <a:spLocks xmlns:a="http://schemas.openxmlformats.org/drawingml/2006/main" noGrp="1"/>
          </p:cNvSpPr>
          <p:nvPr/>
        </p:nvSpPr>
        <p:spPr>
          <a:xfrm xmlns:a="http://schemas.openxmlformats.org/drawingml/2006/main">
            <a:off x="1981200" y="58864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D88A00"/>
                </a:solidFill>
              </a:defRPr>
            </a:pPr>
            <a:r>
              <a:rPr sz="1425" b="1" i="0">
                <a:solidFill>
                  <a:srgbClr val="D88A00"/>
                </a:solidFill>
              </a:rPr>
              <a:t>Engineering test</a:t>
            </a:r>
          </a:p>
        </p:txBody>
      </p:sp>
      <p:sp>
        <p:nvSpPr>
          <p:cNvPr id="46" name="">
            <a:extLst xmlns:a="http://schemas.openxmlformats.org/drawingml/2006/main">
              <a:ext uri="{FF2B5EF4-FFF2-40B4-BE49-F238E27FC236}">
                <a16:creationId xmlns:a16="http://schemas.microsoft.com/office/drawing/2014/main" id="{1A32DEC2-17A4-43F7-B331-B70858B08941}"/>
              </a:ext>
            </a:extLst>
          </p:cNvPr>
          <p:cNvSpPr>
            <a:spLocks xmlns:a="http://schemas.openxmlformats.org/drawingml/2006/main" noGrp="1"/>
          </p:cNvSpPr>
          <p:nvPr/>
        </p:nvSpPr>
        <p:spPr>
          <a:xfrm xmlns:a="http://schemas.openxmlformats.org/drawingml/2006/main">
            <a:off x="3943350" y="58864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061A45"/>
                </a:solidFill>
              </a:defRPr>
            </a:pPr>
            <a:r>
              <a:rPr sz="1350" b="0" i="0">
                <a:solidFill>
                  <a:srgbClr val="061A45"/>
                </a:solidFill>
              </a:rPr>
              <a:t>Can you trace who chose the context and who authorized execution?</a:t>
            </a:r>
          </a:p>
        </p:txBody>
      </p:sp>
    </p:spTree>
    <p:extLst>
      <p:ext uri="{BB962C8B-B14F-4D97-AF65-F5344CB8AC3E}">
        <p14:creationId xmlns:p14="http://schemas.microsoft.com/office/powerpoint/2010/main" val="8521887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FEDF24F-AF78-4FB4-BD0F-430150808863}"/>
              </a:ext>
            </a:extLst>
          </p:cNvPr>
          <p:cNvSpPr>
            <a:spLocks xmlns:a="http://schemas.openxmlformats.org/drawingml/2006/main" noGrp="1"/>
          </p:cNvSpPr>
          <p:nvPr/>
        </p:nvSpPr>
        <p:spPr>
          <a:xfrm xmlns:a="http://schemas.openxmlformats.org/drawingml/2006/main">
            <a:off x="457200" y="2667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61A45"/>
                </a:solidFill>
              </a:defRPr>
            </a:pPr>
            <a:r>
              <a:rPr sz="2850" b="1" i="0">
                <a:solidFill>
                  <a:srgbClr val="061A45"/>
                </a:solidFill>
              </a:rPr>
              <a:t>User Instructions Are Persistent Paper Annotations</a:t>
            </a:r>
          </a:p>
        </p:txBody>
      </p:sp>
      <p:sp>
        <p:nvSpPr>
          <p:cNvPr id="2" name="">
            <a:extLst xmlns:a="http://schemas.openxmlformats.org/drawingml/2006/main">
              <a:ext uri="{FF2B5EF4-FFF2-40B4-BE49-F238E27FC236}">
                <a16:creationId xmlns:a16="http://schemas.microsoft.com/office/drawing/2014/main" id="{317F0F14-552D-4DAA-861C-DDC4DBDB41BC}"/>
              </a:ext>
            </a:extLst>
          </p:cNvPr>
          <p:cNvSpPr>
            <a:spLocks xmlns:a="http://schemas.openxmlformats.org/drawingml/2006/main" noGrp="1"/>
          </p:cNvSpPr>
          <p:nvPr/>
        </p:nvSpPr>
        <p:spPr>
          <a:xfrm xmlns:a="http://schemas.openxmlformats.org/drawingml/2006/main">
            <a:off x="2095500" y="838200"/>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1">
                <a:solidFill>
                  <a:srgbClr val="004AAD"/>
                </a:solidFill>
              </a:defRPr>
            </a:pPr>
            <a:r>
              <a:rPr sz="1500" b="0" i="1">
                <a:solidFill>
                  <a:srgbClr val="004AAD"/>
                </a:solidFill>
              </a:rPr>
              <a:t>Use them for stable preferences, not as a private memory drawer.</a:t>
            </a:r>
          </a:p>
        </p:txBody>
      </p:sp>
      <p:sp>
        <p:nvSpPr>
          <p:cNvPr id="3" name="">
            <a:extLst xmlns:a="http://schemas.openxmlformats.org/drawingml/2006/main">
              <a:ext uri="{FF2B5EF4-FFF2-40B4-BE49-F238E27FC236}">
                <a16:creationId xmlns:a16="http://schemas.microsoft.com/office/drawing/2014/main" id="{BF51F783-0766-4B4C-9028-EEB5CB2A1B27}"/>
              </a:ext>
            </a:extLst>
          </p:cNvPr>
          <p:cNvSpPr>
            <a:spLocks xmlns:a="http://schemas.openxmlformats.org/drawingml/2006/main" noGrp="1"/>
          </p:cNvSpPr>
          <p:nvPr/>
        </p:nvSpPr>
        <p:spPr>
          <a:xfrm xmlns:a="http://schemas.openxmlformats.org/drawingml/2006/main">
            <a:off x="457200" y="1162050"/>
            <a:ext cx="11277600" cy="0"/>
          </a:xfrm>
          <a:prstGeom xmlns:a="http://schemas.openxmlformats.org/drawingml/2006/main" prst="line">
            <a:avLst/>
          </a:prstGeom>
          <a:ln xmlns:a="http://schemas.openxmlformats.org/drawingml/2006/main" w="19050">
            <a:solidFill>
              <a:srgbClr val="004AAD"/>
            </a:solidFill>
            <a:prstDash val="solid"/>
          </a:ln>
        </p:spPr>
      </p:sp>
      <p:sp>
        <p:nvSpPr>
          <p:cNvPr id="4" name="">
            <a:extLst xmlns:a="http://schemas.openxmlformats.org/drawingml/2006/main">
              <a:ext uri="{FF2B5EF4-FFF2-40B4-BE49-F238E27FC236}">
                <a16:creationId xmlns:a16="http://schemas.microsoft.com/office/drawing/2014/main" id="{DE75BC06-FC2C-4262-92E6-F4E6E7546F51}"/>
              </a:ext>
            </a:extLst>
          </p:cNvPr>
          <p:cNvSpPr>
            <a:spLocks xmlns:a="http://schemas.openxmlformats.org/drawingml/2006/main" noGrp="1"/>
          </p:cNvSpPr>
          <p:nvPr/>
        </p:nvSpPr>
        <p:spPr>
          <a:xfrm xmlns:a="http://schemas.openxmlformats.org/drawingml/2006/main">
            <a:off x="800100" y="1638300"/>
            <a:ext cx="4762500" cy="3333750"/>
          </a:xfrm>
          <a:prstGeom xmlns:a="http://schemas.openxmlformats.org/drawingml/2006/main" prst="roundRect">
            <a:avLst>
              <a:gd name="adj" fmla="val 2286"/>
            </a:avLst>
          </a:prstGeom>
          <a:solidFill xmlns:a="http://schemas.openxmlformats.org/drawingml/2006/main">
            <a:srgbClr val="F8FBFF"/>
          </a:solidFill>
          <a:ln xmlns:a="http://schemas.openxmlformats.org/drawingml/2006/main" w="10478">
            <a:solidFill>
              <a:srgbClr val="004AAD"/>
            </a:solidFill>
            <a:prstDash val="solid"/>
          </a:ln>
        </p:spPr>
      </p:sp>
      <p:sp>
        <p:nvSpPr>
          <p:cNvPr id="5" name="">
            <a:extLst xmlns:a="http://schemas.openxmlformats.org/drawingml/2006/main">
              <a:ext uri="{FF2B5EF4-FFF2-40B4-BE49-F238E27FC236}">
                <a16:creationId xmlns:a16="http://schemas.microsoft.com/office/drawing/2014/main" id="{938D0F99-F8BE-4CEC-B255-767A264239C5}"/>
              </a:ext>
            </a:extLst>
          </p:cNvPr>
          <p:cNvSpPr>
            <a:spLocks xmlns:a="http://schemas.openxmlformats.org/drawingml/2006/main" noGrp="1"/>
          </p:cNvSpPr>
          <p:nvPr/>
        </p:nvSpPr>
        <p:spPr>
          <a:xfrm xmlns:a="http://schemas.openxmlformats.org/drawingml/2006/main">
            <a:off x="1466850" y="19431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i="0">
                <a:solidFill>
                  <a:srgbClr val="004AAD"/>
                </a:solidFill>
              </a:defRPr>
            </a:pPr>
            <a:r>
              <a:rPr sz="2250" b="1" i="0">
                <a:solidFill>
                  <a:srgbClr val="004AAD"/>
                </a:solidFill>
              </a:rPr>
              <a:t>Good uses</a:t>
            </a:r>
          </a:p>
        </p:txBody>
      </p:sp>
      <p:sp>
        <p:nvSpPr>
          <p:cNvPr id="6" name="">
            <a:extLst xmlns:a="http://schemas.openxmlformats.org/drawingml/2006/main">
              <a:ext uri="{FF2B5EF4-FFF2-40B4-BE49-F238E27FC236}">
                <a16:creationId xmlns:a16="http://schemas.microsoft.com/office/drawing/2014/main" id="{2D2FCE9C-46B3-495C-AD07-3EF6FE38B305}"/>
              </a:ext>
            </a:extLst>
          </p:cNvPr>
          <p:cNvSpPr>
            <a:spLocks xmlns:a="http://schemas.openxmlformats.org/drawingml/2006/main" noGrp="1"/>
          </p:cNvSpPr>
          <p:nvPr/>
        </p:nvSpPr>
        <p:spPr>
          <a:xfrm xmlns:a="http://schemas.openxmlformats.org/drawingml/2006/main">
            <a:off x="1314450" y="2476500"/>
            <a:ext cx="3733800" cy="3429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0478">
            <a:solidFill>
              <a:srgbClr val="B9D4F6"/>
            </a:solidFill>
            <a:prstDash val="solid"/>
          </a:ln>
        </p:spPr>
      </p:sp>
      <p:sp>
        <p:nvSpPr>
          <p:cNvPr id="7" name="">
            <a:extLst xmlns:a="http://schemas.openxmlformats.org/drawingml/2006/main">
              <a:ext uri="{FF2B5EF4-FFF2-40B4-BE49-F238E27FC236}">
                <a16:creationId xmlns:a16="http://schemas.microsoft.com/office/drawing/2014/main" id="{7A2688F0-5D26-464C-AA67-E9B021C91698}"/>
              </a:ext>
            </a:extLst>
          </p:cNvPr>
          <p:cNvSpPr>
            <a:spLocks xmlns:a="http://schemas.openxmlformats.org/drawingml/2006/main" noGrp="1"/>
          </p:cNvSpPr>
          <p:nvPr/>
        </p:nvSpPr>
        <p:spPr>
          <a:xfrm xmlns:a="http://schemas.openxmlformats.org/drawingml/2006/main">
            <a:off x="1524000" y="2562225"/>
            <a:ext cx="3314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061A45"/>
                </a:solidFill>
              </a:defRPr>
            </a:pPr>
            <a:r>
              <a:rPr sz="1275" b="0" i="0">
                <a:solidFill>
                  <a:srgbClr val="061A45"/>
                </a:solidFill>
              </a:rPr>
              <a:t>Language preference</a:t>
            </a:r>
          </a:p>
        </p:txBody>
      </p:sp>
      <p:sp>
        <p:nvSpPr>
          <p:cNvPr id="8" name="">
            <a:extLst xmlns:a="http://schemas.openxmlformats.org/drawingml/2006/main">
              <a:ext uri="{FF2B5EF4-FFF2-40B4-BE49-F238E27FC236}">
                <a16:creationId xmlns:a16="http://schemas.microsoft.com/office/drawing/2014/main" id="{2AD43175-2B57-4D07-8050-3A604AD101C4}"/>
              </a:ext>
            </a:extLst>
          </p:cNvPr>
          <p:cNvSpPr>
            <a:spLocks xmlns:a="http://schemas.openxmlformats.org/drawingml/2006/main" noGrp="1"/>
          </p:cNvSpPr>
          <p:nvPr/>
        </p:nvSpPr>
        <p:spPr>
          <a:xfrm xmlns:a="http://schemas.openxmlformats.org/drawingml/2006/main">
            <a:off x="1314450" y="2971800"/>
            <a:ext cx="3733800" cy="3429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0478">
            <a:solidFill>
              <a:srgbClr val="B9D4F6"/>
            </a:solidFill>
            <a:prstDash val="solid"/>
          </a:ln>
        </p:spPr>
      </p:sp>
      <p:sp>
        <p:nvSpPr>
          <p:cNvPr id="9" name="">
            <a:extLst xmlns:a="http://schemas.openxmlformats.org/drawingml/2006/main">
              <a:ext uri="{FF2B5EF4-FFF2-40B4-BE49-F238E27FC236}">
                <a16:creationId xmlns:a16="http://schemas.microsoft.com/office/drawing/2014/main" id="{08BA6C86-647C-4407-83C7-1191B7CC339E}"/>
              </a:ext>
            </a:extLst>
          </p:cNvPr>
          <p:cNvSpPr>
            <a:spLocks xmlns:a="http://schemas.openxmlformats.org/drawingml/2006/main" noGrp="1"/>
          </p:cNvSpPr>
          <p:nvPr/>
        </p:nvSpPr>
        <p:spPr>
          <a:xfrm xmlns:a="http://schemas.openxmlformats.org/drawingml/2006/main">
            <a:off x="1524000" y="3057525"/>
            <a:ext cx="3314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061A45"/>
                </a:solidFill>
              </a:defRPr>
            </a:pPr>
            <a:r>
              <a:rPr sz="1275" b="0" i="0">
                <a:solidFill>
                  <a:srgbClr val="061A45"/>
                </a:solidFill>
              </a:rPr>
              <a:t>Common tech stack</a:t>
            </a:r>
          </a:p>
        </p:txBody>
      </p:sp>
      <p:sp>
        <p:nvSpPr>
          <p:cNvPr id="10" name="">
            <a:extLst xmlns:a="http://schemas.openxmlformats.org/drawingml/2006/main">
              <a:ext uri="{FF2B5EF4-FFF2-40B4-BE49-F238E27FC236}">
                <a16:creationId xmlns:a16="http://schemas.microsoft.com/office/drawing/2014/main" id="{E506224C-E608-4E38-AF0D-0CFE84C867C4}"/>
              </a:ext>
            </a:extLst>
          </p:cNvPr>
          <p:cNvSpPr>
            <a:spLocks xmlns:a="http://schemas.openxmlformats.org/drawingml/2006/main" noGrp="1"/>
          </p:cNvSpPr>
          <p:nvPr/>
        </p:nvSpPr>
        <p:spPr>
          <a:xfrm xmlns:a="http://schemas.openxmlformats.org/drawingml/2006/main">
            <a:off x="1314450" y="3467100"/>
            <a:ext cx="3733800" cy="3429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0478">
            <a:solidFill>
              <a:srgbClr val="B9D4F6"/>
            </a:solidFill>
            <a:prstDash val="solid"/>
          </a:ln>
        </p:spPr>
      </p:sp>
      <p:sp>
        <p:nvSpPr>
          <p:cNvPr id="11" name="">
            <a:extLst xmlns:a="http://schemas.openxmlformats.org/drawingml/2006/main">
              <a:ext uri="{FF2B5EF4-FFF2-40B4-BE49-F238E27FC236}">
                <a16:creationId xmlns:a16="http://schemas.microsoft.com/office/drawing/2014/main" id="{7DEDA5C5-3968-47BB-823C-AB3D09CC2D41}"/>
              </a:ext>
            </a:extLst>
          </p:cNvPr>
          <p:cNvSpPr>
            <a:spLocks xmlns:a="http://schemas.openxmlformats.org/drawingml/2006/main" noGrp="1"/>
          </p:cNvSpPr>
          <p:nvPr/>
        </p:nvSpPr>
        <p:spPr>
          <a:xfrm xmlns:a="http://schemas.openxmlformats.org/drawingml/2006/main">
            <a:off x="1524000" y="3552825"/>
            <a:ext cx="3314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061A45"/>
                </a:solidFill>
              </a:defRPr>
            </a:pPr>
            <a:r>
              <a:rPr sz="1275" b="0" i="0">
                <a:solidFill>
                  <a:srgbClr val="061A45"/>
                </a:solidFill>
              </a:rPr>
              <a:t>Output format defaults</a:t>
            </a:r>
          </a:p>
        </p:txBody>
      </p:sp>
      <p:sp>
        <p:nvSpPr>
          <p:cNvPr id="12" name="">
            <a:extLst xmlns:a="http://schemas.openxmlformats.org/drawingml/2006/main">
              <a:ext uri="{FF2B5EF4-FFF2-40B4-BE49-F238E27FC236}">
                <a16:creationId xmlns:a16="http://schemas.microsoft.com/office/drawing/2014/main" id="{5CFC3E4C-CEA9-48FE-9EE9-D5C905D6E80D}"/>
              </a:ext>
            </a:extLst>
          </p:cNvPr>
          <p:cNvSpPr>
            <a:spLocks xmlns:a="http://schemas.openxmlformats.org/drawingml/2006/main" noGrp="1"/>
          </p:cNvSpPr>
          <p:nvPr/>
        </p:nvSpPr>
        <p:spPr>
          <a:xfrm xmlns:a="http://schemas.openxmlformats.org/drawingml/2006/main">
            <a:off x="1314450" y="3962400"/>
            <a:ext cx="3733800" cy="3429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0478">
            <a:solidFill>
              <a:srgbClr val="B9D4F6"/>
            </a:solidFill>
            <a:prstDash val="solid"/>
          </a:ln>
        </p:spPr>
      </p:sp>
      <p:sp>
        <p:nvSpPr>
          <p:cNvPr id="13" name="">
            <a:extLst xmlns:a="http://schemas.openxmlformats.org/drawingml/2006/main">
              <a:ext uri="{FF2B5EF4-FFF2-40B4-BE49-F238E27FC236}">
                <a16:creationId xmlns:a16="http://schemas.microsoft.com/office/drawing/2014/main" id="{52AD1069-710D-4592-A95B-AFB85C3FE85F}"/>
              </a:ext>
            </a:extLst>
          </p:cNvPr>
          <p:cNvSpPr>
            <a:spLocks xmlns:a="http://schemas.openxmlformats.org/drawingml/2006/main" noGrp="1"/>
          </p:cNvSpPr>
          <p:nvPr/>
        </p:nvSpPr>
        <p:spPr>
          <a:xfrm xmlns:a="http://schemas.openxmlformats.org/drawingml/2006/main">
            <a:off x="1524000" y="4048125"/>
            <a:ext cx="3314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061A45"/>
                </a:solidFill>
              </a:defRPr>
            </a:pPr>
            <a:r>
              <a:rPr sz="1275" b="0" i="0">
                <a:solidFill>
                  <a:srgbClr val="061A45"/>
                </a:solidFill>
              </a:rPr>
              <a:t>Personal workflow style</a:t>
            </a:r>
          </a:p>
        </p:txBody>
      </p:sp>
      <p:sp>
        <p:nvSpPr>
          <p:cNvPr id="14" name="">
            <a:extLst xmlns:a="http://schemas.openxmlformats.org/drawingml/2006/main">
              <a:ext uri="{FF2B5EF4-FFF2-40B4-BE49-F238E27FC236}">
                <a16:creationId xmlns:a16="http://schemas.microsoft.com/office/drawing/2014/main" id="{35010156-BA90-4EC8-B104-57ADA15CC778}"/>
              </a:ext>
            </a:extLst>
          </p:cNvPr>
          <p:cNvSpPr>
            <a:spLocks xmlns:a="http://schemas.openxmlformats.org/drawingml/2006/main" noGrp="1"/>
          </p:cNvSpPr>
          <p:nvPr/>
        </p:nvSpPr>
        <p:spPr>
          <a:xfrm xmlns:a="http://schemas.openxmlformats.org/drawingml/2006/main">
            <a:off x="6629400" y="1638300"/>
            <a:ext cx="4762500" cy="3333750"/>
          </a:xfrm>
          <a:prstGeom xmlns:a="http://schemas.openxmlformats.org/drawingml/2006/main" prst="roundRect">
            <a:avLst>
              <a:gd name="adj" fmla="val 2286"/>
            </a:avLst>
          </a:prstGeom>
          <a:solidFill xmlns:a="http://schemas.openxmlformats.org/drawingml/2006/main">
            <a:srgbClr val="FFF5F5"/>
          </a:solidFill>
          <a:ln xmlns:a="http://schemas.openxmlformats.org/drawingml/2006/main" w="10478">
            <a:solidFill>
              <a:srgbClr val="F0B5B5"/>
            </a:solidFill>
            <a:prstDash val="solid"/>
          </a:ln>
        </p:spPr>
      </p:sp>
      <p:sp>
        <p:nvSpPr>
          <p:cNvPr id="15" name="">
            <a:extLst xmlns:a="http://schemas.openxmlformats.org/drawingml/2006/main">
              <a:ext uri="{FF2B5EF4-FFF2-40B4-BE49-F238E27FC236}">
                <a16:creationId xmlns:a16="http://schemas.microsoft.com/office/drawing/2014/main" id="{FE688ACA-6109-4AD0-8405-56B68ECC6607}"/>
              </a:ext>
            </a:extLst>
          </p:cNvPr>
          <p:cNvSpPr>
            <a:spLocks xmlns:a="http://schemas.openxmlformats.org/drawingml/2006/main" noGrp="1"/>
          </p:cNvSpPr>
          <p:nvPr/>
        </p:nvSpPr>
        <p:spPr>
          <a:xfrm xmlns:a="http://schemas.openxmlformats.org/drawingml/2006/main">
            <a:off x="7296150" y="19431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i="0">
                <a:solidFill>
                  <a:srgbClr val="CC2B2B"/>
                </a:solidFill>
              </a:defRPr>
            </a:pPr>
            <a:r>
              <a:rPr sz="2250" b="1" i="0">
                <a:solidFill>
                  <a:srgbClr val="CC2B2B"/>
                </a:solidFill>
              </a:rPr>
              <a:t>Poor uses</a:t>
            </a:r>
          </a:p>
        </p:txBody>
      </p:sp>
      <p:sp>
        <p:nvSpPr>
          <p:cNvPr id="16" name="">
            <a:extLst xmlns:a="http://schemas.openxmlformats.org/drawingml/2006/main">
              <a:ext uri="{FF2B5EF4-FFF2-40B4-BE49-F238E27FC236}">
                <a16:creationId xmlns:a16="http://schemas.microsoft.com/office/drawing/2014/main" id="{3F73F870-AFC8-4B04-9367-586C220DB15E}"/>
              </a:ext>
            </a:extLst>
          </p:cNvPr>
          <p:cNvSpPr>
            <a:spLocks xmlns:a="http://schemas.openxmlformats.org/drawingml/2006/main" noGrp="1"/>
          </p:cNvSpPr>
          <p:nvPr/>
        </p:nvSpPr>
        <p:spPr>
          <a:xfrm xmlns:a="http://schemas.openxmlformats.org/drawingml/2006/main">
            <a:off x="7143750" y="2476500"/>
            <a:ext cx="3733800" cy="3429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0478">
            <a:solidFill>
              <a:srgbClr val="F0B5B5"/>
            </a:solidFill>
            <a:prstDash val="solid"/>
          </a:ln>
        </p:spPr>
      </p:sp>
      <p:sp>
        <p:nvSpPr>
          <p:cNvPr id="17" name="">
            <a:extLst xmlns:a="http://schemas.openxmlformats.org/drawingml/2006/main">
              <a:ext uri="{FF2B5EF4-FFF2-40B4-BE49-F238E27FC236}">
                <a16:creationId xmlns:a16="http://schemas.microsoft.com/office/drawing/2014/main" id="{EA417043-A9A8-48CD-A139-FB496A20BB87}"/>
              </a:ext>
            </a:extLst>
          </p:cNvPr>
          <p:cNvSpPr>
            <a:spLocks xmlns:a="http://schemas.openxmlformats.org/drawingml/2006/main" noGrp="1"/>
          </p:cNvSpPr>
          <p:nvPr/>
        </p:nvSpPr>
        <p:spPr>
          <a:xfrm xmlns:a="http://schemas.openxmlformats.org/drawingml/2006/main">
            <a:off x="7353300" y="2562225"/>
            <a:ext cx="3314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061A45"/>
                </a:solidFill>
              </a:defRPr>
            </a:pPr>
            <a:r>
              <a:rPr sz="1275" b="0" i="0">
                <a:solidFill>
                  <a:srgbClr val="061A45"/>
                </a:solidFill>
              </a:rPr>
              <a:t>Sensitive information</a:t>
            </a:r>
          </a:p>
        </p:txBody>
      </p:sp>
      <p:sp>
        <p:nvSpPr>
          <p:cNvPr id="18" name="">
            <a:extLst xmlns:a="http://schemas.openxmlformats.org/drawingml/2006/main">
              <a:ext uri="{FF2B5EF4-FFF2-40B4-BE49-F238E27FC236}">
                <a16:creationId xmlns:a16="http://schemas.microsoft.com/office/drawing/2014/main" id="{88AF46C3-592A-4EF8-8433-77228D7A95EF}"/>
              </a:ext>
            </a:extLst>
          </p:cNvPr>
          <p:cNvSpPr>
            <a:spLocks xmlns:a="http://schemas.openxmlformats.org/drawingml/2006/main" noGrp="1"/>
          </p:cNvSpPr>
          <p:nvPr/>
        </p:nvSpPr>
        <p:spPr>
          <a:xfrm xmlns:a="http://schemas.openxmlformats.org/drawingml/2006/main">
            <a:off x="7143750" y="2971800"/>
            <a:ext cx="3733800" cy="3429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0478">
            <a:solidFill>
              <a:srgbClr val="F0B5B5"/>
            </a:solidFill>
            <a:prstDash val="solid"/>
          </a:ln>
        </p:spPr>
      </p:sp>
      <p:sp>
        <p:nvSpPr>
          <p:cNvPr id="19" name="">
            <a:extLst xmlns:a="http://schemas.openxmlformats.org/drawingml/2006/main">
              <a:ext uri="{FF2B5EF4-FFF2-40B4-BE49-F238E27FC236}">
                <a16:creationId xmlns:a16="http://schemas.microsoft.com/office/drawing/2014/main" id="{0AD6B021-11FD-4E91-BFCA-387D5B5EB582}"/>
              </a:ext>
            </a:extLst>
          </p:cNvPr>
          <p:cNvSpPr>
            <a:spLocks xmlns:a="http://schemas.openxmlformats.org/drawingml/2006/main" noGrp="1"/>
          </p:cNvSpPr>
          <p:nvPr/>
        </p:nvSpPr>
        <p:spPr>
          <a:xfrm xmlns:a="http://schemas.openxmlformats.org/drawingml/2006/main">
            <a:off x="7353300" y="3057525"/>
            <a:ext cx="3314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061A45"/>
                </a:solidFill>
              </a:defRPr>
            </a:pPr>
            <a:r>
              <a:rPr sz="1275" b="0" i="0">
                <a:solidFill>
                  <a:srgbClr val="061A45"/>
                </a:solidFill>
              </a:rPr>
              <a:t>One-time task details</a:t>
            </a:r>
          </a:p>
        </p:txBody>
      </p:sp>
      <p:sp>
        <p:nvSpPr>
          <p:cNvPr id="20" name="">
            <a:extLst xmlns:a="http://schemas.openxmlformats.org/drawingml/2006/main">
              <a:ext uri="{FF2B5EF4-FFF2-40B4-BE49-F238E27FC236}">
                <a16:creationId xmlns:a16="http://schemas.microsoft.com/office/drawing/2014/main" id="{A93150B2-6E21-414B-B632-799201181F66}"/>
              </a:ext>
            </a:extLst>
          </p:cNvPr>
          <p:cNvSpPr>
            <a:spLocks xmlns:a="http://schemas.openxmlformats.org/drawingml/2006/main" noGrp="1"/>
          </p:cNvSpPr>
          <p:nvPr/>
        </p:nvSpPr>
        <p:spPr>
          <a:xfrm xmlns:a="http://schemas.openxmlformats.org/drawingml/2006/main">
            <a:off x="7143750" y="3467100"/>
            <a:ext cx="3733800" cy="3429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0478">
            <a:solidFill>
              <a:srgbClr val="F0B5B5"/>
            </a:solidFill>
            <a:prstDash val="solid"/>
          </a:ln>
        </p:spPr>
      </p:sp>
      <p:sp>
        <p:nvSpPr>
          <p:cNvPr id="21" name="">
            <a:extLst xmlns:a="http://schemas.openxmlformats.org/drawingml/2006/main">
              <a:ext uri="{FF2B5EF4-FFF2-40B4-BE49-F238E27FC236}">
                <a16:creationId xmlns:a16="http://schemas.microsoft.com/office/drawing/2014/main" id="{86913EAC-7462-4BE7-80C9-168EE7295093}"/>
              </a:ext>
            </a:extLst>
          </p:cNvPr>
          <p:cNvSpPr>
            <a:spLocks xmlns:a="http://schemas.openxmlformats.org/drawingml/2006/main" noGrp="1"/>
          </p:cNvSpPr>
          <p:nvPr/>
        </p:nvSpPr>
        <p:spPr>
          <a:xfrm xmlns:a="http://schemas.openxmlformats.org/drawingml/2006/main">
            <a:off x="7353300" y="3552825"/>
            <a:ext cx="3314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061A45"/>
                </a:solidFill>
              </a:defRPr>
            </a:pPr>
            <a:r>
              <a:rPr sz="1275" b="0" i="0">
                <a:solidFill>
                  <a:srgbClr val="061A45"/>
                </a:solidFill>
              </a:rPr>
              <a:t>Fast-changing project state</a:t>
            </a:r>
          </a:p>
        </p:txBody>
      </p:sp>
      <p:sp>
        <p:nvSpPr>
          <p:cNvPr id="22" name="">
            <a:extLst xmlns:a="http://schemas.openxmlformats.org/drawingml/2006/main">
              <a:ext uri="{FF2B5EF4-FFF2-40B4-BE49-F238E27FC236}">
                <a16:creationId xmlns:a16="http://schemas.microsoft.com/office/drawing/2014/main" id="{0019404B-6C14-444D-8BEE-B4ED358D0ECE}"/>
              </a:ext>
            </a:extLst>
          </p:cNvPr>
          <p:cNvSpPr>
            <a:spLocks xmlns:a="http://schemas.openxmlformats.org/drawingml/2006/main" noGrp="1"/>
          </p:cNvSpPr>
          <p:nvPr/>
        </p:nvSpPr>
        <p:spPr>
          <a:xfrm xmlns:a="http://schemas.openxmlformats.org/drawingml/2006/main">
            <a:off x="7143750" y="3962400"/>
            <a:ext cx="3733800" cy="3429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0478">
            <a:solidFill>
              <a:srgbClr val="F0B5B5"/>
            </a:solidFill>
            <a:prstDash val="solid"/>
          </a:ln>
        </p:spPr>
      </p:sp>
      <p:sp>
        <p:nvSpPr>
          <p:cNvPr id="23" name="">
            <a:extLst xmlns:a="http://schemas.openxmlformats.org/drawingml/2006/main">
              <a:ext uri="{FF2B5EF4-FFF2-40B4-BE49-F238E27FC236}">
                <a16:creationId xmlns:a16="http://schemas.microsoft.com/office/drawing/2014/main" id="{11B28BF9-00B7-4EB0-8093-BE09B99507CE}"/>
              </a:ext>
            </a:extLst>
          </p:cNvPr>
          <p:cNvSpPr>
            <a:spLocks xmlns:a="http://schemas.openxmlformats.org/drawingml/2006/main" noGrp="1"/>
          </p:cNvSpPr>
          <p:nvPr/>
        </p:nvSpPr>
        <p:spPr>
          <a:xfrm xmlns:a="http://schemas.openxmlformats.org/drawingml/2006/main">
            <a:off x="7353300" y="4048125"/>
            <a:ext cx="3314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061A45"/>
                </a:solidFill>
              </a:defRPr>
            </a:pPr>
            <a:r>
              <a:rPr sz="1275" b="0" i="0">
                <a:solidFill>
                  <a:srgbClr val="061A45"/>
                </a:solidFill>
              </a:rPr>
              <a:t>Large documents</a:t>
            </a:r>
          </a:p>
        </p:txBody>
      </p:sp>
      <p:sp>
        <p:nvSpPr>
          <p:cNvPr id="24" name="">
            <a:extLst xmlns:a="http://schemas.openxmlformats.org/drawingml/2006/main">
              <a:ext uri="{FF2B5EF4-FFF2-40B4-BE49-F238E27FC236}">
                <a16:creationId xmlns:a16="http://schemas.microsoft.com/office/drawing/2014/main" id="{A42D1A1D-B00F-4D08-846E-8B5BD30B0EA1}"/>
              </a:ext>
            </a:extLst>
          </p:cNvPr>
          <p:cNvSpPr>
            <a:spLocks xmlns:a="http://schemas.openxmlformats.org/drawingml/2006/main" noGrp="1"/>
          </p:cNvSpPr>
          <p:nvPr/>
        </p:nvSpPr>
        <p:spPr>
          <a:xfrm xmlns:a="http://schemas.openxmlformats.org/drawingml/2006/main">
            <a:off x="1657350" y="5581650"/>
            <a:ext cx="8877300" cy="590550"/>
          </a:xfrm>
          <a:prstGeom xmlns:a="http://schemas.openxmlformats.org/drawingml/2006/main" prst="roundRect">
            <a:avLst>
              <a:gd name="adj" fmla="val 12903"/>
            </a:avLst>
          </a:prstGeom>
          <a:solidFill xmlns:a="http://schemas.openxmlformats.org/drawingml/2006/main">
            <a:srgbClr val="FFF7DF"/>
          </a:solidFill>
          <a:ln xmlns:a="http://schemas.openxmlformats.org/drawingml/2006/main" w="10478">
            <a:solidFill>
              <a:srgbClr val="F0D891"/>
            </a:solidFill>
            <a:prstDash val="solid"/>
          </a:ln>
        </p:spPr>
      </p:sp>
      <p:sp>
        <p:nvSpPr>
          <p:cNvPr id="25" name="">
            <a:extLst xmlns:a="http://schemas.openxmlformats.org/drawingml/2006/main">
              <a:ext uri="{FF2B5EF4-FFF2-40B4-BE49-F238E27FC236}">
                <a16:creationId xmlns:a16="http://schemas.microsoft.com/office/drawing/2014/main" id="{83E9FE5F-E5C3-4786-8482-57289A4B7C76}"/>
              </a:ext>
            </a:extLst>
          </p:cNvPr>
          <p:cNvSpPr>
            <a:spLocks xmlns:a="http://schemas.openxmlformats.org/drawingml/2006/main" noGrp="1"/>
          </p:cNvSpPr>
          <p:nvPr/>
        </p:nvSpPr>
        <p:spPr>
          <a:xfrm xmlns:a="http://schemas.openxmlformats.org/drawingml/2006/main">
            <a:off x="2038350" y="57531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D88A00"/>
                </a:solidFill>
              </a:defRPr>
            </a:pPr>
            <a:r>
              <a:rPr sz="1575" b="1" i="0">
                <a:solidFill>
                  <a:srgbClr val="D88A00"/>
                </a:solidFill>
              </a:rPr>
              <a:t>Rule</a:t>
            </a:r>
          </a:p>
        </p:txBody>
      </p:sp>
      <p:sp>
        <p:nvSpPr>
          <p:cNvPr id="26" name="">
            <a:extLst xmlns:a="http://schemas.openxmlformats.org/drawingml/2006/main">
              <a:ext uri="{FF2B5EF4-FFF2-40B4-BE49-F238E27FC236}">
                <a16:creationId xmlns:a16="http://schemas.microsoft.com/office/drawing/2014/main" id="{C3DE5E7F-FF16-40B8-8F87-2B3ADDB0B0EF}"/>
              </a:ext>
            </a:extLst>
          </p:cNvPr>
          <p:cNvSpPr>
            <a:spLocks xmlns:a="http://schemas.openxmlformats.org/drawingml/2006/main" noGrp="1"/>
          </p:cNvSpPr>
          <p:nvPr/>
        </p:nvSpPr>
        <p:spPr>
          <a:xfrm xmlns:a="http://schemas.openxmlformats.org/drawingml/2006/main">
            <a:off x="3028950" y="5753100"/>
            <a:ext cx="704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061A45"/>
                </a:solidFill>
              </a:defRPr>
            </a:pPr>
            <a:r>
              <a:rPr sz="1425" b="0" i="0">
                <a:solidFill>
                  <a:srgbClr val="061A45"/>
                </a:solidFill>
              </a:rPr>
              <a:t>Task-specific details stay in the task. Sensitive data stays out.</a:t>
            </a:r>
          </a:p>
        </p:txBody>
      </p:sp>
    </p:spTree>
    <p:extLst>
      <p:ext uri="{BB962C8B-B14F-4D97-AF65-F5344CB8AC3E}">
        <p14:creationId xmlns:p14="http://schemas.microsoft.com/office/powerpoint/2010/main" val="20934021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67268EC-0B96-4D1A-BFD1-67C0D89D1CB5}"/>
              </a:ext>
            </a:extLst>
          </p:cNvPr>
          <p:cNvSpPr>
            <a:spLocks xmlns:a="http://schemas.openxmlformats.org/drawingml/2006/main" noGrp="1"/>
          </p:cNvSpPr>
          <p:nvPr/>
        </p:nvSpPr>
        <p:spPr>
          <a:xfrm xmlns:a="http://schemas.openxmlformats.org/drawingml/2006/main">
            <a:off x="457200" y="2667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61A45"/>
                </a:solidFill>
              </a:defRPr>
            </a:pPr>
            <a:r>
              <a:rPr sz="2850" b="1" i="0">
                <a:solidFill>
                  <a:srgbClr val="061A45"/>
                </a:solidFill>
              </a:rPr>
              <a:t>A Custom Agent Packages a Custom Prompt</a:t>
            </a:r>
          </a:p>
        </p:txBody>
      </p:sp>
      <p:sp>
        <p:nvSpPr>
          <p:cNvPr id="2" name="">
            <a:extLst xmlns:a="http://schemas.openxmlformats.org/drawingml/2006/main">
              <a:ext uri="{FF2B5EF4-FFF2-40B4-BE49-F238E27FC236}">
                <a16:creationId xmlns:a16="http://schemas.microsoft.com/office/drawing/2014/main" id="{D7BB2C32-4BFA-4AA4-B8C4-193175A67167}"/>
              </a:ext>
            </a:extLst>
          </p:cNvPr>
          <p:cNvSpPr>
            <a:spLocks xmlns:a="http://schemas.openxmlformats.org/drawingml/2006/main" noGrp="1"/>
          </p:cNvSpPr>
          <p:nvPr/>
        </p:nvSpPr>
        <p:spPr>
          <a:xfrm xmlns:a="http://schemas.openxmlformats.org/drawingml/2006/main">
            <a:off x="2095500" y="838200"/>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1">
                <a:solidFill>
                  <a:srgbClr val="004AAD"/>
                </a:solidFill>
              </a:defRPr>
            </a:pPr>
            <a:r>
              <a:rPr sz="1500" b="0" i="1">
                <a:solidFill>
                  <a:srgbClr val="004AAD"/>
                </a:solidFill>
              </a:rPr>
              <a:t>It turns repeated instructions into a reusable runtime profile.</a:t>
            </a:r>
          </a:p>
        </p:txBody>
      </p:sp>
      <p:sp>
        <p:nvSpPr>
          <p:cNvPr id="3" name="">
            <a:extLst xmlns:a="http://schemas.openxmlformats.org/drawingml/2006/main">
              <a:ext uri="{FF2B5EF4-FFF2-40B4-BE49-F238E27FC236}">
                <a16:creationId xmlns:a16="http://schemas.microsoft.com/office/drawing/2014/main" id="{C4B5A5F0-5F0F-40E6-8258-5B9E9A191F58}"/>
              </a:ext>
            </a:extLst>
          </p:cNvPr>
          <p:cNvSpPr>
            <a:spLocks xmlns:a="http://schemas.openxmlformats.org/drawingml/2006/main" noGrp="1"/>
          </p:cNvSpPr>
          <p:nvPr/>
        </p:nvSpPr>
        <p:spPr>
          <a:xfrm xmlns:a="http://schemas.openxmlformats.org/drawingml/2006/main">
            <a:off x="457200" y="1162050"/>
            <a:ext cx="11277600" cy="0"/>
          </a:xfrm>
          <a:prstGeom xmlns:a="http://schemas.openxmlformats.org/drawingml/2006/main" prst="line">
            <a:avLst/>
          </a:prstGeom>
          <a:ln xmlns:a="http://schemas.openxmlformats.org/drawingml/2006/main" w="19050">
            <a:solidFill>
              <a:srgbClr val="004AAD"/>
            </a:solidFill>
            <a:prstDash val="solid"/>
          </a:ln>
        </p:spPr>
      </p:sp>
      <p:sp>
        <p:nvSpPr>
          <p:cNvPr id="4" name="">
            <a:extLst xmlns:a="http://schemas.openxmlformats.org/drawingml/2006/main">
              <a:ext uri="{FF2B5EF4-FFF2-40B4-BE49-F238E27FC236}">
                <a16:creationId xmlns:a16="http://schemas.microsoft.com/office/drawing/2014/main" id="{681B5E25-C197-4C19-BFA6-DED286417191}"/>
              </a:ext>
            </a:extLst>
          </p:cNvPr>
          <p:cNvSpPr>
            <a:spLocks xmlns:a="http://schemas.openxmlformats.org/drawingml/2006/main" noGrp="1"/>
          </p:cNvSpPr>
          <p:nvPr/>
        </p:nvSpPr>
        <p:spPr>
          <a:xfrm xmlns:a="http://schemas.openxmlformats.org/drawingml/2006/main">
            <a:off x="857250" y="2038350"/>
            <a:ext cx="2857500" cy="1809750"/>
          </a:xfrm>
          <a:prstGeom xmlns:a="http://schemas.openxmlformats.org/drawingml/2006/main" prst="roundRect">
            <a:avLst>
              <a:gd name="adj" fmla="val 4211"/>
            </a:avLst>
          </a:prstGeom>
          <a:solidFill xmlns:a="http://schemas.openxmlformats.org/drawingml/2006/main">
            <a:srgbClr val="F8FBFF"/>
          </a:solidFill>
          <a:ln xmlns:a="http://schemas.openxmlformats.org/drawingml/2006/main" w="10478">
            <a:solidFill>
              <a:srgbClr val="004AAD"/>
            </a:solidFill>
            <a:prstDash val="solid"/>
          </a:ln>
        </p:spPr>
      </p:sp>
      <p:sp>
        <p:nvSpPr>
          <p:cNvPr id="5" name="">
            <a:extLst xmlns:a="http://schemas.openxmlformats.org/drawingml/2006/main">
              <a:ext uri="{FF2B5EF4-FFF2-40B4-BE49-F238E27FC236}">
                <a16:creationId xmlns:a16="http://schemas.microsoft.com/office/drawing/2014/main" id="{6B97AAE9-0F3C-4948-B5EF-61C995530409}"/>
              </a:ext>
            </a:extLst>
          </p:cNvPr>
          <p:cNvSpPr>
            <a:spLocks xmlns:a="http://schemas.openxmlformats.org/drawingml/2006/main" noGrp="1"/>
          </p:cNvSpPr>
          <p:nvPr/>
        </p:nvSpPr>
        <p:spPr>
          <a:xfrm xmlns:a="http://schemas.openxmlformats.org/drawingml/2006/main">
            <a:off x="1123950" y="2305050"/>
            <a:ext cx="232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004AAD"/>
                </a:solidFill>
              </a:defRPr>
            </a:pPr>
            <a:r>
              <a:rPr sz="1950" b="1" i="0">
                <a:solidFill>
                  <a:srgbClr val="004AAD"/>
                </a:solidFill>
              </a:rPr>
              <a:t>One-off prompt</a:t>
            </a:r>
          </a:p>
        </p:txBody>
      </p:sp>
      <p:sp>
        <p:nvSpPr>
          <p:cNvPr id="6" name="">
            <a:extLst xmlns:a="http://schemas.openxmlformats.org/drawingml/2006/main">
              <a:ext uri="{FF2B5EF4-FFF2-40B4-BE49-F238E27FC236}">
                <a16:creationId xmlns:a16="http://schemas.microsoft.com/office/drawing/2014/main" id="{2F08FF29-2E8B-40D8-8F18-593E1544F421}"/>
              </a:ext>
            </a:extLst>
          </p:cNvPr>
          <p:cNvSpPr>
            <a:spLocks xmlns:a="http://schemas.openxmlformats.org/drawingml/2006/main" noGrp="1"/>
          </p:cNvSpPr>
          <p:nvPr/>
        </p:nvSpPr>
        <p:spPr>
          <a:xfrm xmlns:a="http://schemas.openxmlformats.org/drawingml/2006/main">
            <a:off x="1200150" y="2819400"/>
            <a:ext cx="2171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0" i="0">
                <a:solidFill>
                  <a:srgbClr val="061A45"/>
                </a:solidFill>
              </a:defRPr>
            </a:pPr>
            <a:r>
              <a:rPr sz="1425" b="0" i="0">
                <a:solidFill>
                  <a:srgbClr val="061A45"/>
                </a:solidFill>
              </a:rPr>
              <a:t>temporary task request</a:t>
            </a:r>
          </a:p>
        </p:txBody>
      </p:sp>
      <p:sp>
        <p:nvSpPr>
          <p:cNvPr id="7" name="">
            <a:extLst xmlns:a="http://schemas.openxmlformats.org/drawingml/2006/main">
              <a:ext uri="{FF2B5EF4-FFF2-40B4-BE49-F238E27FC236}">
                <a16:creationId xmlns:a16="http://schemas.microsoft.com/office/drawing/2014/main" id="{E655CA92-866D-4E95-BE3D-79523425A8B5}"/>
              </a:ext>
            </a:extLst>
          </p:cNvPr>
          <p:cNvSpPr>
            <a:spLocks xmlns:a="http://schemas.openxmlformats.org/drawingml/2006/main" noGrp="1"/>
          </p:cNvSpPr>
          <p:nvPr/>
        </p:nvSpPr>
        <p:spPr>
          <a:xfrm xmlns:a="http://schemas.openxmlformats.org/drawingml/2006/main">
            <a:off x="3886200" y="3048000"/>
            <a:ext cx="552450" cy="0"/>
          </a:xfrm>
          <a:prstGeom xmlns:a="http://schemas.openxmlformats.org/drawingml/2006/main" prst="line">
            <a:avLst/>
          </a:prstGeom>
          <a:ln xmlns:a="http://schemas.openxmlformats.org/drawingml/2006/main" w="38100">
            <a:solidFill>
              <a:srgbClr val="004AAD"/>
            </a:solidFill>
            <a:prstDash val="solid"/>
          </a:ln>
        </p:spPr>
      </p:sp>
      <p:sp>
        <p:nvSpPr>
          <p:cNvPr id="8" name="">
            <a:extLst xmlns:a="http://schemas.openxmlformats.org/drawingml/2006/main">
              <a:ext uri="{FF2B5EF4-FFF2-40B4-BE49-F238E27FC236}">
                <a16:creationId xmlns:a16="http://schemas.microsoft.com/office/drawing/2014/main" id="{45B65E5C-799D-4B8E-BEE5-F13377D37767}"/>
              </a:ext>
            </a:extLst>
          </p:cNvPr>
          <p:cNvSpPr>
            <a:spLocks xmlns:a="http://schemas.openxmlformats.org/drawingml/2006/main" noGrp="1"/>
          </p:cNvSpPr>
          <p:nvPr/>
        </p:nvSpPr>
        <p:spPr>
          <a:xfrm xmlns:a="http://schemas.openxmlformats.org/drawingml/2006/main">
            <a:off x="4591050" y="2038350"/>
            <a:ext cx="2857500" cy="1809750"/>
          </a:xfrm>
          <a:prstGeom xmlns:a="http://schemas.openxmlformats.org/drawingml/2006/main" prst="roundRect">
            <a:avLst>
              <a:gd name="adj" fmla="val 4211"/>
            </a:avLst>
          </a:prstGeom>
          <a:solidFill xmlns:a="http://schemas.openxmlformats.org/drawingml/2006/main">
            <a:srgbClr val="FFF7DF"/>
          </a:solidFill>
          <a:ln xmlns:a="http://schemas.openxmlformats.org/drawingml/2006/main" w="10478">
            <a:solidFill>
              <a:srgbClr val="D88A00"/>
            </a:solidFill>
            <a:prstDash val="solid"/>
          </a:ln>
        </p:spPr>
      </p:sp>
      <p:sp>
        <p:nvSpPr>
          <p:cNvPr id="9" name="">
            <a:extLst xmlns:a="http://schemas.openxmlformats.org/drawingml/2006/main">
              <a:ext uri="{FF2B5EF4-FFF2-40B4-BE49-F238E27FC236}">
                <a16:creationId xmlns:a16="http://schemas.microsoft.com/office/drawing/2014/main" id="{5FF9D6BE-E1E0-426B-B7E9-A6EB17357E53}"/>
              </a:ext>
            </a:extLst>
          </p:cNvPr>
          <p:cNvSpPr>
            <a:spLocks xmlns:a="http://schemas.openxmlformats.org/drawingml/2006/main" noGrp="1"/>
          </p:cNvSpPr>
          <p:nvPr/>
        </p:nvSpPr>
        <p:spPr>
          <a:xfrm xmlns:a="http://schemas.openxmlformats.org/drawingml/2006/main">
            <a:off x="4857750" y="2305050"/>
            <a:ext cx="232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D88A00"/>
                </a:solidFill>
              </a:defRPr>
            </a:pPr>
            <a:r>
              <a:rPr sz="1950" b="1" i="0">
                <a:solidFill>
                  <a:srgbClr val="D88A00"/>
                </a:solidFill>
              </a:rPr>
              <a:t>Prompt template</a:t>
            </a:r>
          </a:p>
        </p:txBody>
      </p:sp>
      <p:sp>
        <p:nvSpPr>
          <p:cNvPr id="10" name="">
            <a:extLst xmlns:a="http://schemas.openxmlformats.org/drawingml/2006/main">
              <a:ext uri="{FF2B5EF4-FFF2-40B4-BE49-F238E27FC236}">
                <a16:creationId xmlns:a16="http://schemas.microsoft.com/office/drawing/2014/main" id="{9101B43D-19DF-48CB-9B04-9FD2B788CB6B}"/>
              </a:ext>
            </a:extLst>
          </p:cNvPr>
          <p:cNvSpPr>
            <a:spLocks xmlns:a="http://schemas.openxmlformats.org/drawingml/2006/main" noGrp="1"/>
          </p:cNvSpPr>
          <p:nvPr/>
        </p:nvSpPr>
        <p:spPr>
          <a:xfrm xmlns:a="http://schemas.openxmlformats.org/drawingml/2006/main">
            <a:off x="4933950" y="2819400"/>
            <a:ext cx="2171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0" i="0">
                <a:solidFill>
                  <a:srgbClr val="061A45"/>
                </a:solidFill>
              </a:defRPr>
            </a:pPr>
            <a:r>
              <a:rPr sz="1425" b="0" i="0">
                <a:solidFill>
                  <a:srgbClr val="061A45"/>
                </a:solidFill>
              </a:rPr>
              <a:t>repeatable wording</a:t>
            </a:r>
          </a:p>
        </p:txBody>
      </p:sp>
      <p:sp>
        <p:nvSpPr>
          <p:cNvPr id="11" name="">
            <a:extLst xmlns:a="http://schemas.openxmlformats.org/drawingml/2006/main">
              <a:ext uri="{FF2B5EF4-FFF2-40B4-BE49-F238E27FC236}">
                <a16:creationId xmlns:a16="http://schemas.microsoft.com/office/drawing/2014/main" id="{D403BE91-B08A-4F18-BD8D-6B3161845A8F}"/>
              </a:ext>
            </a:extLst>
          </p:cNvPr>
          <p:cNvSpPr>
            <a:spLocks xmlns:a="http://schemas.openxmlformats.org/drawingml/2006/main" noGrp="1"/>
          </p:cNvSpPr>
          <p:nvPr/>
        </p:nvSpPr>
        <p:spPr>
          <a:xfrm xmlns:a="http://schemas.openxmlformats.org/drawingml/2006/main">
            <a:off x="7620000" y="3048000"/>
            <a:ext cx="552450" cy="0"/>
          </a:xfrm>
          <a:prstGeom xmlns:a="http://schemas.openxmlformats.org/drawingml/2006/main" prst="line">
            <a:avLst/>
          </a:prstGeom>
          <a:ln xmlns:a="http://schemas.openxmlformats.org/drawingml/2006/main" w="38100">
            <a:solidFill>
              <a:srgbClr val="004AAD"/>
            </a:solidFill>
            <a:prstDash val="solid"/>
          </a:ln>
        </p:spPr>
      </p:sp>
      <p:sp>
        <p:nvSpPr>
          <p:cNvPr id="12" name="">
            <a:extLst xmlns:a="http://schemas.openxmlformats.org/drawingml/2006/main">
              <a:ext uri="{FF2B5EF4-FFF2-40B4-BE49-F238E27FC236}">
                <a16:creationId xmlns:a16="http://schemas.microsoft.com/office/drawing/2014/main" id="{B0CD4ACB-AE85-44C2-8736-6BF8B6C6BE62}"/>
              </a:ext>
            </a:extLst>
          </p:cNvPr>
          <p:cNvSpPr>
            <a:spLocks xmlns:a="http://schemas.openxmlformats.org/drawingml/2006/main" noGrp="1"/>
          </p:cNvSpPr>
          <p:nvPr/>
        </p:nvSpPr>
        <p:spPr>
          <a:xfrm xmlns:a="http://schemas.openxmlformats.org/drawingml/2006/main">
            <a:off x="8324850" y="1657350"/>
            <a:ext cx="2857500" cy="3143250"/>
          </a:xfrm>
          <a:prstGeom xmlns:a="http://schemas.openxmlformats.org/drawingml/2006/main" prst="roundRect">
            <a:avLst>
              <a:gd name="adj" fmla="val 2667"/>
            </a:avLst>
          </a:prstGeom>
          <a:solidFill xmlns:a="http://schemas.openxmlformats.org/drawingml/2006/main">
            <a:srgbClr val="EEF6FF"/>
          </a:solidFill>
          <a:ln xmlns:a="http://schemas.openxmlformats.org/drawingml/2006/main" w="10478">
            <a:solidFill>
              <a:srgbClr val="138A43"/>
            </a:solidFill>
            <a:prstDash val="solid"/>
          </a:ln>
        </p:spPr>
      </p:sp>
      <p:sp>
        <p:nvSpPr>
          <p:cNvPr id="13" name="">
            <a:extLst xmlns:a="http://schemas.openxmlformats.org/drawingml/2006/main">
              <a:ext uri="{FF2B5EF4-FFF2-40B4-BE49-F238E27FC236}">
                <a16:creationId xmlns:a16="http://schemas.microsoft.com/office/drawing/2014/main" id="{89F2F2FE-E4F7-4829-BEAD-79464AE38150}"/>
              </a:ext>
            </a:extLst>
          </p:cNvPr>
          <p:cNvSpPr>
            <a:spLocks xmlns:a="http://schemas.openxmlformats.org/drawingml/2006/main" noGrp="1"/>
          </p:cNvSpPr>
          <p:nvPr/>
        </p:nvSpPr>
        <p:spPr>
          <a:xfrm xmlns:a="http://schemas.openxmlformats.org/drawingml/2006/main">
            <a:off x="8591550" y="1924050"/>
            <a:ext cx="232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138A43"/>
                </a:solidFill>
              </a:defRPr>
            </a:pPr>
            <a:r>
              <a:rPr sz="1950" b="1" i="0">
                <a:solidFill>
                  <a:srgbClr val="138A43"/>
                </a:solidFill>
              </a:rPr>
              <a:t>Custom agent</a:t>
            </a:r>
          </a:p>
        </p:txBody>
      </p:sp>
      <p:sp>
        <p:nvSpPr>
          <p:cNvPr id="14" name="">
            <a:extLst xmlns:a="http://schemas.openxmlformats.org/drawingml/2006/main">
              <a:ext uri="{FF2B5EF4-FFF2-40B4-BE49-F238E27FC236}">
                <a16:creationId xmlns:a16="http://schemas.microsoft.com/office/drawing/2014/main" id="{8697417B-5812-4EB6-BB3A-F6AB1A56F3C3}"/>
              </a:ext>
            </a:extLst>
          </p:cNvPr>
          <p:cNvSpPr>
            <a:spLocks xmlns:a="http://schemas.openxmlformats.org/drawingml/2006/main" noGrp="1"/>
          </p:cNvSpPr>
          <p:nvPr/>
        </p:nvSpPr>
        <p:spPr>
          <a:xfrm xmlns:a="http://schemas.openxmlformats.org/drawingml/2006/main">
            <a:off x="8667750" y="2438400"/>
            <a:ext cx="2171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0" i="0">
                <a:solidFill>
                  <a:srgbClr val="061A45"/>
                </a:solidFill>
              </a:defRPr>
            </a:pPr>
            <a:r>
              <a:rPr sz="1425" b="0" i="0">
                <a:solidFill>
                  <a:srgbClr val="061A45"/>
                </a:solidFill>
              </a:rPr>
              <a:t>packaged role, rules,</a:t>
            </a:r>
          </a:p>
          <a:p xmlns:a="http://schemas.openxmlformats.org/drawingml/2006/main">
            <a:pPr algn="ctr">
              <a:defRPr sz="1425" b="0" i="0">
                <a:solidFill>
                  <a:srgbClr val="061A45"/>
                </a:solidFill>
              </a:defRPr>
            </a:pPr>
            <a:r>
              <a:rPr sz="1425" b="0" i="0">
                <a:solidFill>
                  <a:srgbClr val="061A45"/>
                </a:solidFill>
              </a:rPr>
              <a:t>tools, permissions</a:t>
            </a:r>
          </a:p>
        </p:txBody>
      </p:sp>
      <p:sp>
        <p:nvSpPr>
          <p:cNvPr id="15" name="">
            <a:extLst xmlns:a="http://schemas.openxmlformats.org/drawingml/2006/main">
              <a:ext uri="{FF2B5EF4-FFF2-40B4-BE49-F238E27FC236}">
                <a16:creationId xmlns:a16="http://schemas.microsoft.com/office/drawing/2014/main" id="{F4271F82-27DB-496C-835E-2734DBDF528D}"/>
              </a:ext>
            </a:extLst>
          </p:cNvPr>
          <p:cNvSpPr>
            <a:spLocks xmlns:a="http://schemas.openxmlformats.org/drawingml/2006/main" noGrp="1"/>
          </p:cNvSpPr>
          <p:nvPr/>
        </p:nvSpPr>
        <p:spPr>
          <a:xfrm xmlns:a="http://schemas.openxmlformats.org/drawingml/2006/main">
            <a:off x="8496300" y="3371850"/>
            <a:ext cx="1066800" cy="36195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0478">
            <a:solidFill>
              <a:srgbClr val="B8DEC8"/>
            </a:solidFill>
            <a:prstDash val="solid"/>
          </a:ln>
        </p:spPr>
      </p:sp>
      <p:sp>
        <p:nvSpPr>
          <p:cNvPr id="16" name="">
            <a:extLst xmlns:a="http://schemas.openxmlformats.org/drawingml/2006/main">
              <a:ext uri="{FF2B5EF4-FFF2-40B4-BE49-F238E27FC236}">
                <a16:creationId xmlns:a16="http://schemas.microsoft.com/office/drawing/2014/main" id="{626C4627-71DD-4A95-A1B2-7F886DBCAD71}"/>
              </a:ext>
            </a:extLst>
          </p:cNvPr>
          <p:cNvSpPr>
            <a:spLocks xmlns:a="http://schemas.openxmlformats.org/drawingml/2006/main" noGrp="1"/>
          </p:cNvSpPr>
          <p:nvPr/>
        </p:nvSpPr>
        <p:spPr>
          <a:xfrm xmlns:a="http://schemas.openxmlformats.org/drawingml/2006/main">
            <a:off x="8553450" y="346710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138A43"/>
                </a:solidFill>
              </a:defRPr>
            </a:pPr>
            <a:r>
              <a:rPr sz="1200" b="1" i="0">
                <a:solidFill>
                  <a:srgbClr val="138A43"/>
                </a:solidFill>
              </a:rPr>
              <a:t>Role</a:t>
            </a:r>
          </a:p>
        </p:txBody>
      </p:sp>
      <p:sp>
        <p:nvSpPr>
          <p:cNvPr id="17" name="">
            <a:extLst xmlns:a="http://schemas.openxmlformats.org/drawingml/2006/main">
              <a:ext uri="{FF2B5EF4-FFF2-40B4-BE49-F238E27FC236}">
                <a16:creationId xmlns:a16="http://schemas.microsoft.com/office/drawing/2014/main" id="{14509817-9AD9-4795-A2DE-BA9FA2934A64}"/>
              </a:ext>
            </a:extLst>
          </p:cNvPr>
          <p:cNvSpPr>
            <a:spLocks xmlns:a="http://schemas.openxmlformats.org/drawingml/2006/main" noGrp="1"/>
          </p:cNvSpPr>
          <p:nvPr/>
        </p:nvSpPr>
        <p:spPr>
          <a:xfrm xmlns:a="http://schemas.openxmlformats.org/drawingml/2006/main">
            <a:off x="9696450" y="3371850"/>
            <a:ext cx="1066800" cy="36195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0478">
            <a:solidFill>
              <a:srgbClr val="B8DEC8"/>
            </a:solidFill>
            <a:prstDash val="solid"/>
          </a:ln>
        </p:spPr>
      </p:sp>
      <p:sp>
        <p:nvSpPr>
          <p:cNvPr id="18" name="">
            <a:extLst xmlns:a="http://schemas.openxmlformats.org/drawingml/2006/main">
              <a:ext uri="{FF2B5EF4-FFF2-40B4-BE49-F238E27FC236}">
                <a16:creationId xmlns:a16="http://schemas.microsoft.com/office/drawing/2014/main" id="{6E49ABF0-45A9-4743-B3F9-40EEA003EFA0}"/>
              </a:ext>
            </a:extLst>
          </p:cNvPr>
          <p:cNvSpPr>
            <a:spLocks xmlns:a="http://schemas.openxmlformats.org/drawingml/2006/main" noGrp="1"/>
          </p:cNvSpPr>
          <p:nvPr/>
        </p:nvSpPr>
        <p:spPr>
          <a:xfrm xmlns:a="http://schemas.openxmlformats.org/drawingml/2006/main">
            <a:off x="9753600" y="346710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138A43"/>
                </a:solidFill>
              </a:defRPr>
            </a:pPr>
            <a:r>
              <a:rPr sz="1200" b="1" i="0">
                <a:solidFill>
                  <a:srgbClr val="138A43"/>
                </a:solidFill>
              </a:rPr>
              <a:t>Rules</a:t>
            </a:r>
          </a:p>
        </p:txBody>
      </p:sp>
      <p:sp>
        <p:nvSpPr>
          <p:cNvPr id="19" name="">
            <a:extLst xmlns:a="http://schemas.openxmlformats.org/drawingml/2006/main">
              <a:ext uri="{FF2B5EF4-FFF2-40B4-BE49-F238E27FC236}">
                <a16:creationId xmlns:a16="http://schemas.microsoft.com/office/drawing/2014/main" id="{13D244D7-3832-4F73-9D70-0A1858208F4C}"/>
              </a:ext>
            </a:extLst>
          </p:cNvPr>
          <p:cNvSpPr>
            <a:spLocks xmlns:a="http://schemas.openxmlformats.org/drawingml/2006/main" noGrp="1"/>
          </p:cNvSpPr>
          <p:nvPr/>
        </p:nvSpPr>
        <p:spPr>
          <a:xfrm xmlns:a="http://schemas.openxmlformats.org/drawingml/2006/main">
            <a:off x="8496300" y="3848100"/>
            <a:ext cx="1066800" cy="36195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0478">
            <a:solidFill>
              <a:srgbClr val="B8DEC8"/>
            </a:solidFill>
            <a:prstDash val="solid"/>
          </a:ln>
        </p:spPr>
      </p:sp>
      <p:sp>
        <p:nvSpPr>
          <p:cNvPr id="20" name="">
            <a:extLst xmlns:a="http://schemas.openxmlformats.org/drawingml/2006/main">
              <a:ext uri="{FF2B5EF4-FFF2-40B4-BE49-F238E27FC236}">
                <a16:creationId xmlns:a16="http://schemas.microsoft.com/office/drawing/2014/main" id="{56662610-25C9-40B1-A790-AEC7406FF4CD}"/>
              </a:ext>
            </a:extLst>
          </p:cNvPr>
          <p:cNvSpPr>
            <a:spLocks xmlns:a="http://schemas.openxmlformats.org/drawingml/2006/main" noGrp="1"/>
          </p:cNvSpPr>
          <p:nvPr/>
        </p:nvSpPr>
        <p:spPr>
          <a:xfrm xmlns:a="http://schemas.openxmlformats.org/drawingml/2006/main">
            <a:off x="8553450" y="39433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138A43"/>
                </a:solidFill>
              </a:defRPr>
            </a:pPr>
            <a:r>
              <a:rPr sz="1200" b="1" i="0">
                <a:solidFill>
                  <a:srgbClr val="138A43"/>
                </a:solidFill>
              </a:rPr>
              <a:t>Tools</a:t>
            </a:r>
          </a:p>
        </p:txBody>
      </p:sp>
      <p:sp>
        <p:nvSpPr>
          <p:cNvPr id="21" name="">
            <a:extLst xmlns:a="http://schemas.openxmlformats.org/drawingml/2006/main">
              <a:ext uri="{FF2B5EF4-FFF2-40B4-BE49-F238E27FC236}">
                <a16:creationId xmlns:a16="http://schemas.microsoft.com/office/drawing/2014/main" id="{AFD8A1F0-683F-4C2F-AD69-8C676CD9FC03}"/>
              </a:ext>
            </a:extLst>
          </p:cNvPr>
          <p:cNvSpPr>
            <a:spLocks xmlns:a="http://schemas.openxmlformats.org/drawingml/2006/main" noGrp="1"/>
          </p:cNvSpPr>
          <p:nvPr/>
        </p:nvSpPr>
        <p:spPr>
          <a:xfrm xmlns:a="http://schemas.openxmlformats.org/drawingml/2006/main">
            <a:off x="9696450" y="3848100"/>
            <a:ext cx="1066800" cy="36195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0478">
            <a:solidFill>
              <a:srgbClr val="B8DEC8"/>
            </a:solidFill>
            <a:prstDash val="solid"/>
          </a:ln>
        </p:spPr>
      </p:sp>
      <p:sp>
        <p:nvSpPr>
          <p:cNvPr id="22" name="">
            <a:extLst xmlns:a="http://schemas.openxmlformats.org/drawingml/2006/main">
              <a:ext uri="{FF2B5EF4-FFF2-40B4-BE49-F238E27FC236}">
                <a16:creationId xmlns:a16="http://schemas.microsoft.com/office/drawing/2014/main" id="{90DF3A15-5ABF-401B-A7E0-029A2F42E1B4}"/>
              </a:ext>
            </a:extLst>
          </p:cNvPr>
          <p:cNvSpPr>
            <a:spLocks xmlns:a="http://schemas.openxmlformats.org/drawingml/2006/main" noGrp="1"/>
          </p:cNvSpPr>
          <p:nvPr/>
        </p:nvSpPr>
        <p:spPr>
          <a:xfrm xmlns:a="http://schemas.openxmlformats.org/drawingml/2006/main">
            <a:off x="9753600" y="39433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138A43"/>
                </a:solidFill>
              </a:defRPr>
            </a:pPr>
            <a:r>
              <a:rPr sz="1200" b="1" i="0">
                <a:solidFill>
                  <a:srgbClr val="138A43"/>
                </a:solidFill>
              </a:rPr>
              <a:t>Access</a:t>
            </a:r>
          </a:p>
        </p:txBody>
      </p:sp>
      <p:sp>
        <p:nvSpPr>
          <p:cNvPr id="23" name="">
            <a:extLst xmlns:a="http://schemas.openxmlformats.org/drawingml/2006/main">
              <a:ext uri="{FF2B5EF4-FFF2-40B4-BE49-F238E27FC236}">
                <a16:creationId xmlns:a16="http://schemas.microsoft.com/office/drawing/2014/main" id="{BE521814-6FD3-48E3-B8FE-F9E17B76BF6F}"/>
              </a:ext>
            </a:extLst>
          </p:cNvPr>
          <p:cNvSpPr>
            <a:spLocks xmlns:a="http://schemas.openxmlformats.org/drawingml/2006/main" noGrp="1"/>
          </p:cNvSpPr>
          <p:nvPr/>
        </p:nvSpPr>
        <p:spPr>
          <a:xfrm xmlns:a="http://schemas.openxmlformats.org/drawingml/2006/main">
            <a:off x="8496300" y="4324350"/>
            <a:ext cx="1066800" cy="36195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0478">
            <a:solidFill>
              <a:srgbClr val="B8DEC8"/>
            </a:solidFill>
            <a:prstDash val="solid"/>
          </a:ln>
        </p:spPr>
      </p:sp>
      <p:sp>
        <p:nvSpPr>
          <p:cNvPr id="24" name="">
            <a:extLst xmlns:a="http://schemas.openxmlformats.org/drawingml/2006/main">
              <a:ext uri="{FF2B5EF4-FFF2-40B4-BE49-F238E27FC236}">
                <a16:creationId xmlns:a16="http://schemas.microsoft.com/office/drawing/2014/main" id="{90EDBF49-F2DE-4B6C-A147-B287FA249F68}"/>
              </a:ext>
            </a:extLst>
          </p:cNvPr>
          <p:cNvSpPr>
            <a:spLocks xmlns:a="http://schemas.openxmlformats.org/drawingml/2006/main" noGrp="1"/>
          </p:cNvSpPr>
          <p:nvPr/>
        </p:nvSpPr>
        <p:spPr>
          <a:xfrm xmlns:a="http://schemas.openxmlformats.org/drawingml/2006/main">
            <a:off x="8553450" y="441960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138A43"/>
                </a:solidFill>
              </a:defRPr>
            </a:pPr>
            <a:r>
              <a:rPr sz="1200" b="1" i="0">
                <a:solidFill>
                  <a:srgbClr val="138A43"/>
                </a:solidFill>
              </a:rPr>
              <a:t>Boundary</a:t>
            </a:r>
          </a:p>
        </p:txBody>
      </p:sp>
      <p:sp>
        <p:nvSpPr>
          <p:cNvPr id="25" name="">
            <a:extLst xmlns:a="http://schemas.openxmlformats.org/drawingml/2006/main">
              <a:ext uri="{FF2B5EF4-FFF2-40B4-BE49-F238E27FC236}">
                <a16:creationId xmlns:a16="http://schemas.microsoft.com/office/drawing/2014/main" id="{8E729AB1-8D82-40A0-A622-91CFD11AC75B}"/>
              </a:ext>
            </a:extLst>
          </p:cNvPr>
          <p:cNvSpPr>
            <a:spLocks xmlns:a="http://schemas.openxmlformats.org/drawingml/2006/main" noGrp="1"/>
          </p:cNvSpPr>
          <p:nvPr/>
        </p:nvSpPr>
        <p:spPr>
          <a:xfrm xmlns:a="http://schemas.openxmlformats.org/drawingml/2006/main">
            <a:off x="9696450" y="4324350"/>
            <a:ext cx="1066800" cy="36195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0478">
            <a:solidFill>
              <a:srgbClr val="B8DEC8"/>
            </a:solidFill>
            <a:prstDash val="solid"/>
          </a:ln>
        </p:spPr>
      </p:sp>
      <p:sp>
        <p:nvSpPr>
          <p:cNvPr id="26" name="">
            <a:extLst xmlns:a="http://schemas.openxmlformats.org/drawingml/2006/main">
              <a:ext uri="{FF2B5EF4-FFF2-40B4-BE49-F238E27FC236}">
                <a16:creationId xmlns:a16="http://schemas.microsoft.com/office/drawing/2014/main" id="{028D5237-E2FE-4C31-B93E-AD65A3FEF304}"/>
              </a:ext>
            </a:extLst>
          </p:cNvPr>
          <p:cNvSpPr>
            <a:spLocks xmlns:a="http://schemas.openxmlformats.org/drawingml/2006/main" noGrp="1"/>
          </p:cNvSpPr>
          <p:nvPr/>
        </p:nvSpPr>
        <p:spPr>
          <a:xfrm xmlns:a="http://schemas.openxmlformats.org/drawingml/2006/main">
            <a:off x="9753600" y="441960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138A43"/>
                </a:solidFill>
              </a:defRPr>
            </a:pPr>
            <a:r>
              <a:rPr sz="1200" b="1" i="0">
                <a:solidFill>
                  <a:srgbClr val="138A43"/>
                </a:solidFill>
              </a:rPr>
              <a:t>Stop</a:t>
            </a:r>
          </a:p>
        </p:txBody>
      </p:sp>
      <p:sp>
        <p:nvSpPr>
          <p:cNvPr id="27" name="">
            <a:extLst xmlns:a="http://schemas.openxmlformats.org/drawingml/2006/main">
              <a:ext uri="{FF2B5EF4-FFF2-40B4-BE49-F238E27FC236}">
                <a16:creationId xmlns:a16="http://schemas.microsoft.com/office/drawing/2014/main" id="{5031162C-967B-4E2E-B123-50FEF76B1FD7}"/>
              </a:ext>
            </a:extLst>
          </p:cNvPr>
          <p:cNvSpPr>
            <a:spLocks xmlns:a="http://schemas.openxmlformats.org/drawingml/2006/main" noGrp="1"/>
          </p:cNvSpPr>
          <p:nvPr/>
        </p:nvSpPr>
        <p:spPr>
          <a:xfrm xmlns:a="http://schemas.openxmlformats.org/drawingml/2006/main">
            <a:off x="1352550" y="5772150"/>
            <a:ext cx="9486900" cy="495300"/>
          </a:xfrm>
          <a:prstGeom xmlns:a="http://schemas.openxmlformats.org/drawingml/2006/main" prst="roundRect">
            <a:avLst>
              <a:gd name="adj" fmla="val 15385"/>
            </a:avLst>
          </a:prstGeom>
          <a:solidFill xmlns:a="http://schemas.openxmlformats.org/drawingml/2006/main">
            <a:srgbClr val="FFF7DF"/>
          </a:solidFill>
          <a:ln xmlns:a="http://schemas.openxmlformats.org/drawingml/2006/main" w="10478">
            <a:solidFill>
              <a:srgbClr val="F0D891"/>
            </a:solidFill>
            <a:prstDash val="solid"/>
          </a:ln>
        </p:spPr>
      </p:sp>
      <p:sp>
        <p:nvSpPr>
          <p:cNvPr id="28" name="">
            <a:extLst xmlns:a="http://schemas.openxmlformats.org/drawingml/2006/main">
              <a:ext uri="{FF2B5EF4-FFF2-40B4-BE49-F238E27FC236}">
                <a16:creationId xmlns:a16="http://schemas.microsoft.com/office/drawing/2014/main" id="{1550D0DD-3B99-463F-ACBC-60A24E0E18A4}"/>
              </a:ext>
            </a:extLst>
          </p:cNvPr>
          <p:cNvSpPr>
            <a:spLocks xmlns:a="http://schemas.openxmlformats.org/drawingml/2006/main" noGrp="1"/>
          </p:cNvSpPr>
          <p:nvPr/>
        </p:nvSpPr>
        <p:spPr>
          <a:xfrm xmlns:a="http://schemas.openxmlformats.org/drawingml/2006/main">
            <a:off x="1695450" y="592455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D88A00"/>
                </a:solidFill>
              </a:defRPr>
            </a:pPr>
            <a:r>
              <a:rPr sz="1500" b="1" i="0">
                <a:solidFill>
                  <a:srgbClr val="D88A00"/>
                </a:solidFill>
              </a:rPr>
              <a:t>Boundary</a:t>
            </a:r>
          </a:p>
        </p:txBody>
      </p:sp>
      <p:sp>
        <p:nvSpPr>
          <p:cNvPr id="29" name="">
            <a:extLst xmlns:a="http://schemas.openxmlformats.org/drawingml/2006/main">
              <a:ext uri="{FF2B5EF4-FFF2-40B4-BE49-F238E27FC236}">
                <a16:creationId xmlns:a16="http://schemas.microsoft.com/office/drawing/2014/main" id="{3C7D1057-111F-4839-99AB-6386E255E33D}"/>
              </a:ext>
            </a:extLst>
          </p:cNvPr>
          <p:cNvSpPr>
            <a:spLocks xmlns:a="http://schemas.openxmlformats.org/drawingml/2006/main" noGrp="1"/>
          </p:cNvSpPr>
          <p:nvPr/>
        </p:nvSpPr>
        <p:spPr>
          <a:xfrm xmlns:a="http://schemas.openxmlformats.org/drawingml/2006/main">
            <a:off x="3086100" y="59245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061A45"/>
                </a:solidFill>
              </a:defRPr>
            </a:pPr>
            <a:r>
              <a:rPr sz="1350" b="0" i="0">
                <a:solidFill>
                  <a:srgbClr val="061A45"/>
                </a:solidFill>
              </a:rPr>
              <a:t>A profile becomes a subagent only when the runtime starts a separate run.</a:t>
            </a:r>
          </a:p>
        </p:txBody>
      </p:sp>
    </p:spTree>
    <p:extLst>
      <p:ext uri="{BB962C8B-B14F-4D97-AF65-F5344CB8AC3E}">
        <p14:creationId xmlns:p14="http://schemas.microsoft.com/office/powerpoint/2010/main" val="1127115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486CC29-0D45-432B-8204-AC31AA66F3D1}"/>
              </a:ext>
            </a:extLst>
          </p:cNvPr>
          <p:cNvSpPr>
            <a:spLocks xmlns:a="http://schemas.openxmlformats.org/drawingml/2006/main" noGrp="1"/>
          </p:cNvSpPr>
          <p:nvPr/>
        </p:nvSpPr>
        <p:spPr>
          <a:xfrm xmlns:a="http://schemas.openxmlformats.org/drawingml/2006/main">
            <a:off x="457200" y="2667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61A45"/>
                </a:solidFill>
              </a:defRPr>
            </a:pPr>
            <a:r>
              <a:rPr sz="2850" b="1" i="0">
                <a:solidFill>
                  <a:srgbClr val="061A45"/>
                </a:solidFill>
              </a:rPr>
              <a:t>A Skill Is a Dynamic Custom Prompt Pack</a:t>
            </a:r>
          </a:p>
        </p:txBody>
      </p:sp>
      <p:sp>
        <p:nvSpPr>
          <p:cNvPr id="2" name="">
            <a:extLst xmlns:a="http://schemas.openxmlformats.org/drawingml/2006/main">
              <a:ext uri="{FF2B5EF4-FFF2-40B4-BE49-F238E27FC236}">
                <a16:creationId xmlns:a16="http://schemas.microsoft.com/office/drawing/2014/main" id="{FD9CE829-CF4F-4150-AA7E-E00148E1D139}"/>
              </a:ext>
            </a:extLst>
          </p:cNvPr>
          <p:cNvSpPr>
            <a:spLocks xmlns:a="http://schemas.openxmlformats.org/drawingml/2006/main" noGrp="1"/>
          </p:cNvSpPr>
          <p:nvPr/>
        </p:nvSpPr>
        <p:spPr>
          <a:xfrm xmlns:a="http://schemas.openxmlformats.org/drawingml/2006/main">
            <a:off x="2095500" y="838200"/>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1">
                <a:solidFill>
                  <a:srgbClr val="004AAD"/>
                </a:solidFill>
              </a:defRPr>
            </a:pPr>
            <a:r>
              <a:rPr sz="1500" b="0" i="1">
                <a:solidFill>
                  <a:srgbClr val="004AAD"/>
                </a:solidFill>
              </a:rPr>
              <a:t>Load the relevant manual only when the task needs it.</a:t>
            </a:r>
          </a:p>
        </p:txBody>
      </p:sp>
      <p:sp>
        <p:nvSpPr>
          <p:cNvPr id="3" name="">
            <a:extLst xmlns:a="http://schemas.openxmlformats.org/drawingml/2006/main">
              <a:ext uri="{FF2B5EF4-FFF2-40B4-BE49-F238E27FC236}">
                <a16:creationId xmlns:a16="http://schemas.microsoft.com/office/drawing/2014/main" id="{103A522F-90EC-49ED-9261-BB35743F2FCC}"/>
              </a:ext>
            </a:extLst>
          </p:cNvPr>
          <p:cNvSpPr>
            <a:spLocks xmlns:a="http://schemas.openxmlformats.org/drawingml/2006/main" noGrp="1"/>
          </p:cNvSpPr>
          <p:nvPr/>
        </p:nvSpPr>
        <p:spPr>
          <a:xfrm xmlns:a="http://schemas.openxmlformats.org/drawingml/2006/main">
            <a:off x="457200" y="1162050"/>
            <a:ext cx="11277600" cy="0"/>
          </a:xfrm>
          <a:prstGeom xmlns:a="http://schemas.openxmlformats.org/drawingml/2006/main" prst="line">
            <a:avLst/>
          </a:prstGeom>
          <a:ln xmlns:a="http://schemas.openxmlformats.org/drawingml/2006/main" w="19050">
            <a:solidFill>
              <a:srgbClr val="004AAD"/>
            </a:solidFill>
            <a:prstDash val="solid"/>
          </a:ln>
        </p:spPr>
      </p:sp>
      <p:sp>
        <p:nvSpPr>
          <p:cNvPr id="4" name="">
            <a:extLst xmlns:a="http://schemas.openxmlformats.org/drawingml/2006/main">
              <a:ext uri="{FF2B5EF4-FFF2-40B4-BE49-F238E27FC236}">
                <a16:creationId xmlns:a16="http://schemas.microsoft.com/office/drawing/2014/main" id="{FC22EA78-277A-40FE-BCA7-2A2C0524CDE2}"/>
              </a:ext>
            </a:extLst>
          </p:cNvPr>
          <p:cNvSpPr>
            <a:spLocks xmlns:a="http://schemas.openxmlformats.org/drawingml/2006/main" noGrp="1"/>
          </p:cNvSpPr>
          <p:nvPr/>
        </p:nvSpPr>
        <p:spPr>
          <a:xfrm xmlns:a="http://schemas.openxmlformats.org/drawingml/2006/main">
            <a:off x="647700" y="1638300"/>
            <a:ext cx="3143250" cy="3333750"/>
          </a:xfrm>
          <a:prstGeom xmlns:a="http://schemas.openxmlformats.org/drawingml/2006/main" prst="roundRect">
            <a:avLst>
              <a:gd name="adj" fmla="val 2424"/>
            </a:avLst>
          </a:prstGeom>
          <a:solidFill xmlns:a="http://schemas.openxmlformats.org/drawingml/2006/main">
            <a:srgbClr val="FFF5F5"/>
          </a:solidFill>
          <a:ln xmlns:a="http://schemas.openxmlformats.org/drawingml/2006/main" w="10478">
            <a:solidFill>
              <a:srgbClr val="F0B5B5"/>
            </a:solidFill>
            <a:prstDash val="solid"/>
          </a:ln>
        </p:spPr>
      </p:sp>
      <p:sp>
        <p:nvSpPr>
          <p:cNvPr id="5" name="">
            <a:extLst xmlns:a="http://schemas.openxmlformats.org/drawingml/2006/main">
              <a:ext uri="{FF2B5EF4-FFF2-40B4-BE49-F238E27FC236}">
                <a16:creationId xmlns:a16="http://schemas.microsoft.com/office/drawing/2014/main" id="{B7AE6376-799D-4E19-8F96-62AB0F5570E7}"/>
              </a:ext>
            </a:extLst>
          </p:cNvPr>
          <p:cNvSpPr>
            <a:spLocks xmlns:a="http://schemas.openxmlformats.org/drawingml/2006/main" noGrp="1"/>
          </p:cNvSpPr>
          <p:nvPr/>
        </p:nvSpPr>
        <p:spPr>
          <a:xfrm xmlns:a="http://schemas.openxmlformats.org/drawingml/2006/main">
            <a:off x="1066800" y="1962150"/>
            <a:ext cx="230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CC2B2B"/>
                </a:solidFill>
              </a:defRPr>
            </a:pPr>
            <a:r>
              <a:rPr sz="2100" b="1" i="0">
                <a:solidFill>
                  <a:srgbClr val="CC2B2B"/>
                </a:solidFill>
              </a:rPr>
              <a:t>Bad loading</a:t>
            </a:r>
          </a:p>
        </p:txBody>
      </p:sp>
      <p:sp>
        <p:nvSpPr>
          <p:cNvPr id="6" name="">
            <a:extLst xmlns:a="http://schemas.openxmlformats.org/drawingml/2006/main">
              <a:ext uri="{FF2B5EF4-FFF2-40B4-BE49-F238E27FC236}">
                <a16:creationId xmlns:a16="http://schemas.microsoft.com/office/drawing/2014/main" id="{342B9E18-9AD4-4906-950E-70192EE66D85}"/>
              </a:ext>
            </a:extLst>
          </p:cNvPr>
          <p:cNvSpPr>
            <a:spLocks xmlns:a="http://schemas.openxmlformats.org/drawingml/2006/main" noGrp="1"/>
          </p:cNvSpPr>
          <p:nvPr/>
        </p:nvSpPr>
        <p:spPr>
          <a:xfrm xmlns:a="http://schemas.openxmlformats.org/drawingml/2006/main">
            <a:off x="1066800" y="2495550"/>
            <a:ext cx="2305050" cy="285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0478">
            <a:solidFill>
              <a:srgbClr val="F0B5B5"/>
            </a:solidFill>
            <a:prstDash val="solid"/>
          </a:ln>
        </p:spPr>
      </p:sp>
      <p:sp>
        <p:nvSpPr>
          <p:cNvPr id="7" name="">
            <a:extLst xmlns:a="http://schemas.openxmlformats.org/drawingml/2006/main">
              <a:ext uri="{FF2B5EF4-FFF2-40B4-BE49-F238E27FC236}">
                <a16:creationId xmlns:a16="http://schemas.microsoft.com/office/drawing/2014/main" id="{44DCB293-0562-47AA-9AE9-5E16D3963F93}"/>
              </a:ext>
            </a:extLst>
          </p:cNvPr>
          <p:cNvSpPr>
            <a:spLocks xmlns:a="http://schemas.openxmlformats.org/drawingml/2006/main" noGrp="1"/>
          </p:cNvSpPr>
          <p:nvPr/>
        </p:nvSpPr>
        <p:spPr>
          <a:xfrm xmlns:a="http://schemas.openxmlformats.org/drawingml/2006/main">
            <a:off x="1257300" y="2562225"/>
            <a:ext cx="1924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Debug checklist</a:t>
            </a:r>
          </a:p>
        </p:txBody>
      </p:sp>
      <p:sp>
        <p:nvSpPr>
          <p:cNvPr id="8" name="">
            <a:extLst xmlns:a="http://schemas.openxmlformats.org/drawingml/2006/main">
              <a:ext uri="{FF2B5EF4-FFF2-40B4-BE49-F238E27FC236}">
                <a16:creationId xmlns:a16="http://schemas.microsoft.com/office/drawing/2014/main" id="{AAE8EDB1-6611-4CF5-83E2-4D055E1EF490}"/>
              </a:ext>
            </a:extLst>
          </p:cNvPr>
          <p:cNvSpPr>
            <a:spLocks xmlns:a="http://schemas.openxmlformats.org/drawingml/2006/main" noGrp="1"/>
          </p:cNvSpPr>
          <p:nvPr/>
        </p:nvSpPr>
        <p:spPr>
          <a:xfrm xmlns:a="http://schemas.openxmlformats.org/drawingml/2006/main">
            <a:off x="1066800" y="2933700"/>
            <a:ext cx="2305050" cy="285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0478">
            <a:solidFill>
              <a:srgbClr val="F0B5B5"/>
            </a:solidFill>
            <a:prstDash val="solid"/>
          </a:ln>
        </p:spPr>
      </p:sp>
      <p:sp>
        <p:nvSpPr>
          <p:cNvPr id="9" name="">
            <a:extLst xmlns:a="http://schemas.openxmlformats.org/drawingml/2006/main">
              <a:ext uri="{FF2B5EF4-FFF2-40B4-BE49-F238E27FC236}">
                <a16:creationId xmlns:a16="http://schemas.microsoft.com/office/drawing/2014/main" id="{65AE67B7-1ACE-4361-AFD7-ACE0CDB36635}"/>
              </a:ext>
            </a:extLst>
          </p:cNvPr>
          <p:cNvSpPr>
            <a:spLocks xmlns:a="http://schemas.openxmlformats.org/drawingml/2006/main" noGrp="1"/>
          </p:cNvSpPr>
          <p:nvPr/>
        </p:nvSpPr>
        <p:spPr>
          <a:xfrm xmlns:a="http://schemas.openxmlformats.org/drawingml/2006/main">
            <a:off x="1257300" y="3000375"/>
            <a:ext cx="1924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Review checklist</a:t>
            </a:r>
          </a:p>
        </p:txBody>
      </p:sp>
      <p:sp>
        <p:nvSpPr>
          <p:cNvPr id="10" name="">
            <a:extLst xmlns:a="http://schemas.openxmlformats.org/drawingml/2006/main">
              <a:ext uri="{FF2B5EF4-FFF2-40B4-BE49-F238E27FC236}">
                <a16:creationId xmlns:a16="http://schemas.microsoft.com/office/drawing/2014/main" id="{C064AE87-79C6-4FAE-ADFF-CC8A61E0FBBB}"/>
              </a:ext>
            </a:extLst>
          </p:cNvPr>
          <p:cNvSpPr>
            <a:spLocks xmlns:a="http://schemas.openxmlformats.org/drawingml/2006/main" noGrp="1"/>
          </p:cNvSpPr>
          <p:nvPr/>
        </p:nvSpPr>
        <p:spPr>
          <a:xfrm xmlns:a="http://schemas.openxmlformats.org/drawingml/2006/main">
            <a:off x="1066800" y="3371850"/>
            <a:ext cx="2305050" cy="285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0478">
            <a:solidFill>
              <a:srgbClr val="F0B5B5"/>
            </a:solidFill>
            <a:prstDash val="solid"/>
          </a:ln>
        </p:spPr>
      </p:sp>
      <p:sp>
        <p:nvSpPr>
          <p:cNvPr id="11" name="">
            <a:extLst xmlns:a="http://schemas.openxmlformats.org/drawingml/2006/main">
              <a:ext uri="{FF2B5EF4-FFF2-40B4-BE49-F238E27FC236}">
                <a16:creationId xmlns:a16="http://schemas.microsoft.com/office/drawing/2014/main" id="{7276645B-E4FF-4C5C-8133-DD86DE4CAF21}"/>
              </a:ext>
            </a:extLst>
          </p:cNvPr>
          <p:cNvSpPr>
            <a:spLocks xmlns:a="http://schemas.openxmlformats.org/drawingml/2006/main" noGrp="1"/>
          </p:cNvSpPr>
          <p:nvPr/>
        </p:nvSpPr>
        <p:spPr>
          <a:xfrm xmlns:a="http://schemas.openxmlformats.org/drawingml/2006/main">
            <a:off x="1257300" y="3438525"/>
            <a:ext cx="1924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Docs template</a:t>
            </a:r>
          </a:p>
        </p:txBody>
      </p:sp>
      <p:sp>
        <p:nvSpPr>
          <p:cNvPr id="12" name="">
            <a:extLst xmlns:a="http://schemas.openxmlformats.org/drawingml/2006/main">
              <a:ext uri="{FF2B5EF4-FFF2-40B4-BE49-F238E27FC236}">
                <a16:creationId xmlns:a16="http://schemas.microsoft.com/office/drawing/2014/main" id="{B9DE2BCA-4DAD-4124-BE55-265656EF8BFD}"/>
              </a:ext>
            </a:extLst>
          </p:cNvPr>
          <p:cNvSpPr>
            <a:spLocks xmlns:a="http://schemas.openxmlformats.org/drawingml/2006/main" noGrp="1"/>
          </p:cNvSpPr>
          <p:nvPr/>
        </p:nvSpPr>
        <p:spPr>
          <a:xfrm xmlns:a="http://schemas.openxmlformats.org/drawingml/2006/main">
            <a:off x="1066800" y="3810000"/>
            <a:ext cx="2305050" cy="285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0478">
            <a:solidFill>
              <a:srgbClr val="F0B5B5"/>
            </a:solidFill>
            <a:prstDash val="solid"/>
          </a:ln>
        </p:spPr>
      </p:sp>
      <p:sp>
        <p:nvSpPr>
          <p:cNvPr id="13" name="">
            <a:extLst xmlns:a="http://schemas.openxmlformats.org/drawingml/2006/main">
              <a:ext uri="{FF2B5EF4-FFF2-40B4-BE49-F238E27FC236}">
                <a16:creationId xmlns:a16="http://schemas.microsoft.com/office/drawing/2014/main" id="{25CF1FB9-35F6-445A-8C81-A481F477B588}"/>
              </a:ext>
            </a:extLst>
          </p:cNvPr>
          <p:cNvSpPr>
            <a:spLocks xmlns:a="http://schemas.openxmlformats.org/drawingml/2006/main" noGrp="1"/>
          </p:cNvSpPr>
          <p:nvPr/>
        </p:nvSpPr>
        <p:spPr>
          <a:xfrm xmlns:a="http://schemas.openxmlformats.org/drawingml/2006/main">
            <a:off x="1257300" y="3876675"/>
            <a:ext cx="1924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Deploy rules</a:t>
            </a:r>
          </a:p>
        </p:txBody>
      </p:sp>
      <p:sp>
        <p:nvSpPr>
          <p:cNvPr id="14" name="">
            <a:extLst xmlns:a="http://schemas.openxmlformats.org/drawingml/2006/main">
              <a:ext uri="{FF2B5EF4-FFF2-40B4-BE49-F238E27FC236}">
                <a16:creationId xmlns:a16="http://schemas.microsoft.com/office/drawing/2014/main" id="{70CC45A2-9F0E-47FF-B2B9-175A86A0C420}"/>
              </a:ext>
            </a:extLst>
          </p:cNvPr>
          <p:cNvSpPr>
            <a:spLocks xmlns:a="http://schemas.openxmlformats.org/drawingml/2006/main" noGrp="1"/>
          </p:cNvSpPr>
          <p:nvPr/>
        </p:nvSpPr>
        <p:spPr>
          <a:xfrm xmlns:a="http://schemas.openxmlformats.org/drawingml/2006/main">
            <a:off x="1066800" y="4248150"/>
            <a:ext cx="2305050" cy="285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0478">
            <a:solidFill>
              <a:srgbClr val="F0B5B5"/>
            </a:solidFill>
            <a:prstDash val="solid"/>
          </a:ln>
        </p:spPr>
      </p:sp>
      <p:sp>
        <p:nvSpPr>
          <p:cNvPr id="15" name="">
            <a:extLst xmlns:a="http://schemas.openxmlformats.org/drawingml/2006/main">
              <a:ext uri="{FF2B5EF4-FFF2-40B4-BE49-F238E27FC236}">
                <a16:creationId xmlns:a16="http://schemas.microsoft.com/office/drawing/2014/main" id="{CFBD39BF-6D51-4138-BB2D-D583214050F5}"/>
              </a:ext>
            </a:extLst>
          </p:cNvPr>
          <p:cNvSpPr>
            <a:spLocks xmlns:a="http://schemas.openxmlformats.org/drawingml/2006/main" noGrp="1"/>
          </p:cNvSpPr>
          <p:nvPr/>
        </p:nvSpPr>
        <p:spPr>
          <a:xfrm xmlns:a="http://schemas.openxmlformats.org/drawingml/2006/main">
            <a:off x="1257300" y="4314825"/>
            <a:ext cx="1924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API conventions</a:t>
            </a:r>
          </a:p>
        </p:txBody>
      </p:sp>
      <p:sp>
        <p:nvSpPr>
          <p:cNvPr id="16" name="">
            <a:extLst xmlns:a="http://schemas.openxmlformats.org/drawingml/2006/main">
              <a:ext uri="{FF2B5EF4-FFF2-40B4-BE49-F238E27FC236}">
                <a16:creationId xmlns:a16="http://schemas.microsoft.com/office/drawing/2014/main" id="{FB92A203-2863-4667-922C-EE5843483454}"/>
              </a:ext>
            </a:extLst>
          </p:cNvPr>
          <p:cNvSpPr>
            <a:spLocks xmlns:a="http://schemas.openxmlformats.org/drawingml/2006/main" noGrp="1"/>
          </p:cNvSpPr>
          <p:nvPr/>
        </p:nvSpPr>
        <p:spPr>
          <a:xfrm xmlns:a="http://schemas.openxmlformats.org/drawingml/2006/main">
            <a:off x="1028700" y="45148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CC2B2B"/>
                </a:solidFill>
              </a:defRPr>
            </a:pPr>
            <a:r>
              <a:rPr sz="1275" b="1" i="0">
                <a:solidFill>
                  <a:srgbClr val="CC2B2B"/>
                </a:solidFill>
              </a:rPr>
              <a:t>Everything is pasted into every turn.</a:t>
            </a:r>
          </a:p>
        </p:txBody>
      </p:sp>
      <p:sp>
        <p:nvSpPr>
          <p:cNvPr id="17" name="">
            <a:extLst xmlns:a="http://schemas.openxmlformats.org/drawingml/2006/main">
              <a:ext uri="{FF2B5EF4-FFF2-40B4-BE49-F238E27FC236}">
                <a16:creationId xmlns:a16="http://schemas.microsoft.com/office/drawing/2014/main" id="{34289714-A7DD-4187-9346-179FABC869D9}"/>
              </a:ext>
            </a:extLst>
          </p:cNvPr>
          <p:cNvSpPr>
            <a:spLocks xmlns:a="http://schemas.openxmlformats.org/drawingml/2006/main" noGrp="1"/>
          </p:cNvSpPr>
          <p:nvPr/>
        </p:nvSpPr>
        <p:spPr>
          <a:xfrm xmlns:a="http://schemas.openxmlformats.org/drawingml/2006/main">
            <a:off x="4057650" y="3314700"/>
            <a:ext cx="800100" cy="0"/>
          </a:xfrm>
          <a:prstGeom xmlns:a="http://schemas.openxmlformats.org/drawingml/2006/main" prst="line">
            <a:avLst/>
          </a:prstGeom>
          <a:ln xmlns:a="http://schemas.openxmlformats.org/drawingml/2006/main" w="38100">
            <a:solidFill>
              <a:srgbClr val="004AAD"/>
            </a:solidFill>
            <a:prstDash val="solid"/>
          </a:ln>
        </p:spPr>
      </p:sp>
      <p:sp>
        <p:nvSpPr>
          <p:cNvPr id="18" name="">
            <a:extLst xmlns:a="http://schemas.openxmlformats.org/drawingml/2006/main">
              <a:ext uri="{FF2B5EF4-FFF2-40B4-BE49-F238E27FC236}">
                <a16:creationId xmlns:a16="http://schemas.microsoft.com/office/drawing/2014/main" id="{71106388-2EAE-411F-8544-28B053A9DFCE}"/>
              </a:ext>
            </a:extLst>
          </p:cNvPr>
          <p:cNvSpPr>
            <a:spLocks xmlns:a="http://schemas.openxmlformats.org/drawingml/2006/main" noGrp="1"/>
          </p:cNvSpPr>
          <p:nvPr/>
        </p:nvSpPr>
        <p:spPr>
          <a:xfrm xmlns:a="http://schemas.openxmlformats.org/drawingml/2006/main">
            <a:off x="5143500" y="1466850"/>
            <a:ext cx="2724150" cy="3676650"/>
          </a:xfrm>
          <a:prstGeom xmlns:a="http://schemas.openxmlformats.org/drawingml/2006/main" prst="roundRect">
            <a:avLst>
              <a:gd name="adj" fmla="val 2797"/>
            </a:avLst>
          </a:prstGeom>
          <a:solidFill xmlns:a="http://schemas.openxmlformats.org/drawingml/2006/main">
            <a:srgbClr val="FFF7DF"/>
          </a:solidFill>
          <a:ln xmlns:a="http://schemas.openxmlformats.org/drawingml/2006/main" w="10478">
            <a:solidFill>
              <a:srgbClr val="F0D891"/>
            </a:solidFill>
            <a:prstDash val="solid"/>
          </a:ln>
        </p:spPr>
      </p:sp>
      <p:sp>
        <p:nvSpPr>
          <p:cNvPr id="19" name="">
            <a:extLst xmlns:a="http://schemas.openxmlformats.org/drawingml/2006/main">
              <a:ext uri="{FF2B5EF4-FFF2-40B4-BE49-F238E27FC236}">
                <a16:creationId xmlns:a16="http://schemas.microsoft.com/office/drawing/2014/main" id="{035595D4-3E64-4E34-9820-6489922CABE4}"/>
              </a:ext>
            </a:extLst>
          </p:cNvPr>
          <p:cNvSpPr>
            <a:spLocks xmlns:a="http://schemas.openxmlformats.org/drawingml/2006/main" noGrp="1"/>
          </p:cNvSpPr>
          <p:nvPr/>
        </p:nvSpPr>
        <p:spPr>
          <a:xfrm xmlns:a="http://schemas.openxmlformats.org/drawingml/2006/main">
            <a:off x="5581650" y="179070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D88A00"/>
                </a:solidFill>
              </a:defRPr>
            </a:pPr>
            <a:r>
              <a:rPr sz="2100" b="1" i="0">
                <a:solidFill>
                  <a:srgbClr val="D88A00"/>
                </a:solidFill>
              </a:rPr>
              <a:t>Skill registry</a:t>
            </a:r>
          </a:p>
        </p:txBody>
      </p:sp>
      <p:sp>
        <p:nvSpPr>
          <p:cNvPr id="20" name="">
            <a:extLst xmlns:a="http://schemas.openxmlformats.org/drawingml/2006/main">
              <a:ext uri="{FF2B5EF4-FFF2-40B4-BE49-F238E27FC236}">
                <a16:creationId xmlns:a16="http://schemas.microsoft.com/office/drawing/2014/main" id="{07DAFEF3-F758-4F1B-BD73-B89B499F33D0}"/>
              </a:ext>
            </a:extLst>
          </p:cNvPr>
          <p:cNvSpPr>
            <a:spLocks xmlns:a="http://schemas.openxmlformats.org/drawingml/2006/main" noGrp="1"/>
          </p:cNvSpPr>
          <p:nvPr/>
        </p:nvSpPr>
        <p:spPr>
          <a:xfrm xmlns:a="http://schemas.openxmlformats.org/drawingml/2006/main">
            <a:off x="5753100" y="2457450"/>
            <a:ext cx="1695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061A45"/>
                </a:solidFill>
              </a:defRPr>
            </a:pPr>
            <a:r>
              <a:rPr sz="1275" b="0" i="0">
                <a:solidFill>
                  <a:srgbClr val="061A45"/>
                </a:solidFill>
              </a:rPr>
              <a:t>1. detect task</a:t>
            </a:r>
          </a:p>
        </p:txBody>
      </p:sp>
      <p:sp>
        <p:nvSpPr>
          <p:cNvPr id="21" name="">
            <a:extLst xmlns:a="http://schemas.openxmlformats.org/drawingml/2006/main">
              <a:ext uri="{FF2B5EF4-FFF2-40B4-BE49-F238E27FC236}">
                <a16:creationId xmlns:a16="http://schemas.microsoft.com/office/drawing/2014/main" id="{7DAC8365-04FC-4CC5-84EE-628E057C2338}"/>
              </a:ext>
            </a:extLst>
          </p:cNvPr>
          <p:cNvSpPr>
            <a:spLocks xmlns:a="http://schemas.openxmlformats.org/drawingml/2006/main" noGrp="1"/>
          </p:cNvSpPr>
          <p:nvPr/>
        </p:nvSpPr>
        <p:spPr>
          <a:xfrm xmlns:a="http://schemas.openxmlformats.org/drawingml/2006/main">
            <a:off x="5753100" y="2857500"/>
            <a:ext cx="1695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061A45"/>
                </a:solidFill>
              </a:defRPr>
            </a:pPr>
            <a:r>
              <a:rPr sz="1275" b="0" i="0">
                <a:solidFill>
                  <a:srgbClr val="061A45"/>
                </a:solidFill>
              </a:rPr>
              <a:t>2. select skill</a:t>
            </a:r>
          </a:p>
        </p:txBody>
      </p:sp>
      <p:sp>
        <p:nvSpPr>
          <p:cNvPr id="22" name="">
            <a:extLst xmlns:a="http://schemas.openxmlformats.org/drawingml/2006/main">
              <a:ext uri="{FF2B5EF4-FFF2-40B4-BE49-F238E27FC236}">
                <a16:creationId xmlns:a16="http://schemas.microsoft.com/office/drawing/2014/main" id="{5A94435C-7ADA-4974-93BC-CBCEB0AE8BC9}"/>
              </a:ext>
            </a:extLst>
          </p:cNvPr>
          <p:cNvSpPr>
            <a:spLocks xmlns:a="http://schemas.openxmlformats.org/drawingml/2006/main" noGrp="1"/>
          </p:cNvSpPr>
          <p:nvPr/>
        </p:nvSpPr>
        <p:spPr>
          <a:xfrm xmlns:a="http://schemas.openxmlformats.org/drawingml/2006/main">
            <a:off x="5753100" y="3257550"/>
            <a:ext cx="1695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061A45"/>
                </a:solidFill>
              </a:defRPr>
            </a:pPr>
            <a:r>
              <a:rPr sz="1275" b="0" i="0">
                <a:solidFill>
                  <a:srgbClr val="061A45"/>
                </a:solidFill>
              </a:rPr>
              <a:t>3. render instructions</a:t>
            </a:r>
          </a:p>
        </p:txBody>
      </p:sp>
      <p:sp>
        <p:nvSpPr>
          <p:cNvPr id="23" name="">
            <a:extLst xmlns:a="http://schemas.openxmlformats.org/drawingml/2006/main">
              <a:ext uri="{FF2B5EF4-FFF2-40B4-BE49-F238E27FC236}">
                <a16:creationId xmlns:a16="http://schemas.microsoft.com/office/drawing/2014/main" id="{EA2CE20D-8B4B-4894-B590-0B332386C000}"/>
              </a:ext>
            </a:extLst>
          </p:cNvPr>
          <p:cNvSpPr>
            <a:spLocks xmlns:a="http://schemas.openxmlformats.org/drawingml/2006/main" noGrp="1"/>
          </p:cNvSpPr>
          <p:nvPr/>
        </p:nvSpPr>
        <p:spPr>
          <a:xfrm xmlns:a="http://schemas.openxmlformats.org/drawingml/2006/main">
            <a:off x="5753100" y="3657600"/>
            <a:ext cx="1695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061A45"/>
                </a:solidFill>
              </a:defRPr>
            </a:pPr>
            <a:r>
              <a:rPr sz="1275" b="0" i="0">
                <a:solidFill>
                  <a:srgbClr val="061A45"/>
                </a:solidFill>
              </a:rPr>
              <a:t>4. include examples</a:t>
            </a:r>
          </a:p>
        </p:txBody>
      </p:sp>
      <p:sp>
        <p:nvSpPr>
          <p:cNvPr id="24" name="">
            <a:extLst xmlns:a="http://schemas.openxmlformats.org/drawingml/2006/main">
              <a:ext uri="{FF2B5EF4-FFF2-40B4-BE49-F238E27FC236}">
                <a16:creationId xmlns:a16="http://schemas.microsoft.com/office/drawing/2014/main" id="{2A2BB776-80EB-4FD9-8057-6025E595D9F9}"/>
              </a:ext>
            </a:extLst>
          </p:cNvPr>
          <p:cNvSpPr>
            <a:spLocks xmlns:a="http://schemas.openxmlformats.org/drawingml/2006/main" noGrp="1"/>
          </p:cNvSpPr>
          <p:nvPr/>
        </p:nvSpPr>
        <p:spPr>
          <a:xfrm xmlns:a="http://schemas.openxmlformats.org/drawingml/2006/main">
            <a:off x="5753100" y="4057650"/>
            <a:ext cx="1695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061A45"/>
                </a:solidFill>
              </a:defRPr>
            </a:pPr>
            <a:r>
              <a:rPr sz="1275" b="0" i="0">
                <a:solidFill>
                  <a:srgbClr val="061A45"/>
                </a:solidFill>
              </a:rPr>
              <a:t>5. keep unused skills out</a:t>
            </a:r>
          </a:p>
        </p:txBody>
      </p:sp>
      <p:sp>
        <p:nvSpPr>
          <p:cNvPr id="25" name="">
            <a:extLst xmlns:a="http://schemas.openxmlformats.org/drawingml/2006/main">
              <a:ext uri="{FF2B5EF4-FFF2-40B4-BE49-F238E27FC236}">
                <a16:creationId xmlns:a16="http://schemas.microsoft.com/office/drawing/2014/main" id="{AFDF3E09-A595-49DA-A1BD-856A2560A02F}"/>
              </a:ext>
            </a:extLst>
          </p:cNvPr>
          <p:cNvSpPr>
            <a:spLocks xmlns:a="http://schemas.openxmlformats.org/drawingml/2006/main" noGrp="1"/>
          </p:cNvSpPr>
          <p:nvPr/>
        </p:nvSpPr>
        <p:spPr>
          <a:xfrm xmlns:a="http://schemas.openxmlformats.org/drawingml/2006/main">
            <a:off x="8153400" y="3314700"/>
            <a:ext cx="800100" cy="0"/>
          </a:xfrm>
          <a:prstGeom xmlns:a="http://schemas.openxmlformats.org/drawingml/2006/main" prst="line">
            <a:avLst/>
          </a:prstGeom>
          <a:ln xmlns:a="http://schemas.openxmlformats.org/drawingml/2006/main" w="38100">
            <a:solidFill>
              <a:srgbClr val="004AAD"/>
            </a:solidFill>
            <a:prstDash val="solid"/>
          </a:ln>
        </p:spPr>
      </p:sp>
      <p:sp>
        <p:nvSpPr>
          <p:cNvPr id="26" name="">
            <a:extLst xmlns:a="http://schemas.openxmlformats.org/drawingml/2006/main">
              <a:ext uri="{FF2B5EF4-FFF2-40B4-BE49-F238E27FC236}">
                <a16:creationId xmlns:a16="http://schemas.microsoft.com/office/drawing/2014/main" id="{D056721F-02E4-41EE-B31F-4F917B9C6CE3}"/>
              </a:ext>
            </a:extLst>
          </p:cNvPr>
          <p:cNvSpPr>
            <a:spLocks xmlns:a="http://schemas.openxmlformats.org/drawingml/2006/main" noGrp="1"/>
          </p:cNvSpPr>
          <p:nvPr/>
        </p:nvSpPr>
        <p:spPr>
          <a:xfrm xmlns:a="http://schemas.openxmlformats.org/drawingml/2006/main">
            <a:off x="9239250" y="1638300"/>
            <a:ext cx="2305050" cy="3333750"/>
          </a:xfrm>
          <a:prstGeom xmlns:a="http://schemas.openxmlformats.org/drawingml/2006/main" prst="roundRect">
            <a:avLst>
              <a:gd name="adj" fmla="val 3306"/>
            </a:avLst>
          </a:prstGeom>
          <a:solidFill xmlns:a="http://schemas.openxmlformats.org/drawingml/2006/main">
            <a:srgbClr val="EEF6FF"/>
          </a:solidFill>
          <a:ln xmlns:a="http://schemas.openxmlformats.org/drawingml/2006/main" w="10478">
            <a:solidFill>
              <a:srgbClr val="138A43"/>
            </a:solidFill>
            <a:prstDash val="solid"/>
          </a:ln>
        </p:spPr>
      </p:sp>
      <p:sp>
        <p:nvSpPr>
          <p:cNvPr id="27" name="">
            <a:extLst xmlns:a="http://schemas.openxmlformats.org/drawingml/2006/main">
              <a:ext uri="{FF2B5EF4-FFF2-40B4-BE49-F238E27FC236}">
                <a16:creationId xmlns:a16="http://schemas.microsoft.com/office/drawing/2014/main" id="{454452AD-6256-4451-8190-DBA5EDA13758}"/>
              </a:ext>
            </a:extLst>
          </p:cNvPr>
          <p:cNvSpPr>
            <a:spLocks xmlns:a="http://schemas.openxmlformats.org/drawingml/2006/main" noGrp="1"/>
          </p:cNvSpPr>
          <p:nvPr/>
        </p:nvSpPr>
        <p:spPr>
          <a:xfrm xmlns:a="http://schemas.openxmlformats.org/drawingml/2006/main">
            <a:off x="9563100" y="19621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138A43"/>
                </a:solidFill>
              </a:defRPr>
            </a:pPr>
            <a:r>
              <a:rPr sz="1950" b="1" i="0">
                <a:solidFill>
                  <a:srgbClr val="138A43"/>
                </a:solidFill>
              </a:rPr>
              <a:t>Current paper</a:t>
            </a:r>
          </a:p>
        </p:txBody>
      </p:sp>
      <p:sp>
        <p:nvSpPr>
          <p:cNvPr id="28" name="">
            <a:extLst xmlns:a="http://schemas.openxmlformats.org/drawingml/2006/main">
              <a:ext uri="{FF2B5EF4-FFF2-40B4-BE49-F238E27FC236}">
                <a16:creationId xmlns:a16="http://schemas.microsoft.com/office/drawing/2014/main" id="{93C2EB8F-C58B-4FBF-B86C-6EB5AA6DDDFE}"/>
              </a:ext>
            </a:extLst>
          </p:cNvPr>
          <p:cNvSpPr>
            <a:spLocks xmlns:a="http://schemas.openxmlformats.org/drawingml/2006/main" noGrp="1"/>
          </p:cNvSpPr>
          <p:nvPr/>
        </p:nvSpPr>
        <p:spPr>
          <a:xfrm xmlns:a="http://schemas.openxmlformats.org/drawingml/2006/main">
            <a:off x="9563100" y="2743200"/>
            <a:ext cx="1657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0">
                <a:solidFill>
                  <a:srgbClr val="061A45"/>
                </a:solidFill>
              </a:defRPr>
            </a:pPr>
            <a:r>
              <a:rPr sz="1500" b="0" i="0">
                <a:solidFill>
                  <a:srgbClr val="061A45"/>
                </a:solidFill>
              </a:rPr>
              <a:t>Only the skill needed for this task enters the context window.</a:t>
            </a:r>
          </a:p>
        </p:txBody>
      </p:sp>
      <p:sp>
        <p:nvSpPr>
          <p:cNvPr id="29" name="">
            <a:extLst xmlns:a="http://schemas.openxmlformats.org/drawingml/2006/main">
              <a:ext uri="{FF2B5EF4-FFF2-40B4-BE49-F238E27FC236}">
                <a16:creationId xmlns:a16="http://schemas.microsoft.com/office/drawing/2014/main" id="{B348C404-B755-44FF-AD68-A1E7D438B092}"/>
              </a:ext>
            </a:extLst>
          </p:cNvPr>
          <p:cNvSpPr>
            <a:spLocks xmlns:a="http://schemas.openxmlformats.org/drawingml/2006/main" noGrp="1"/>
          </p:cNvSpPr>
          <p:nvPr/>
        </p:nvSpPr>
        <p:spPr>
          <a:xfrm xmlns:a="http://schemas.openxmlformats.org/drawingml/2006/main">
            <a:off x="9525000" y="4095750"/>
            <a:ext cx="1733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38A43"/>
                </a:solidFill>
              </a:defRPr>
            </a:pPr>
            <a:r>
              <a:rPr sz="1350" b="1" i="0">
                <a:solidFill>
                  <a:srgbClr val="138A43"/>
                </a:solidFill>
              </a:rPr>
              <a:t>Unused prompts stay outside.</a:t>
            </a:r>
          </a:p>
        </p:txBody>
      </p:sp>
      <p:sp>
        <p:nvSpPr>
          <p:cNvPr id="30" name="">
            <a:extLst xmlns:a="http://schemas.openxmlformats.org/drawingml/2006/main">
              <a:ext uri="{FF2B5EF4-FFF2-40B4-BE49-F238E27FC236}">
                <a16:creationId xmlns:a16="http://schemas.microsoft.com/office/drawing/2014/main" id="{BB1E291E-FA79-4572-A6C6-D56AC0115B86}"/>
              </a:ext>
            </a:extLst>
          </p:cNvPr>
          <p:cNvSpPr>
            <a:spLocks xmlns:a="http://schemas.openxmlformats.org/drawingml/2006/main" noGrp="1"/>
          </p:cNvSpPr>
          <p:nvPr/>
        </p:nvSpPr>
        <p:spPr>
          <a:xfrm xmlns:a="http://schemas.openxmlformats.org/drawingml/2006/main">
            <a:off x="1352550" y="5753100"/>
            <a:ext cx="9486900" cy="476250"/>
          </a:xfrm>
          <a:prstGeom xmlns:a="http://schemas.openxmlformats.org/drawingml/2006/main" prst="roundRect">
            <a:avLst>
              <a:gd name="adj" fmla="val 16000"/>
            </a:avLst>
          </a:prstGeom>
          <a:solidFill xmlns:a="http://schemas.openxmlformats.org/drawingml/2006/main">
            <a:srgbClr val="F8FBFF"/>
          </a:solidFill>
          <a:ln xmlns:a="http://schemas.openxmlformats.org/drawingml/2006/main" w="10478">
            <a:solidFill>
              <a:srgbClr val="004AAD"/>
            </a:solidFill>
            <a:prstDash val="solid"/>
          </a:ln>
        </p:spPr>
      </p:sp>
      <p:sp>
        <p:nvSpPr>
          <p:cNvPr id="31" name="">
            <a:extLst xmlns:a="http://schemas.openxmlformats.org/drawingml/2006/main">
              <a:ext uri="{FF2B5EF4-FFF2-40B4-BE49-F238E27FC236}">
                <a16:creationId xmlns:a16="http://schemas.microsoft.com/office/drawing/2014/main" id="{35CF0FEA-C25B-4A97-BF1B-76B6DFB21E13}"/>
              </a:ext>
            </a:extLst>
          </p:cNvPr>
          <p:cNvSpPr>
            <a:spLocks xmlns:a="http://schemas.openxmlformats.org/drawingml/2006/main" noGrp="1"/>
          </p:cNvSpPr>
          <p:nvPr/>
        </p:nvSpPr>
        <p:spPr>
          <a:xfrm xmlns:a="http://schemas.openxmlformats.org/drawingml/2006/main">
            <a:off x="1695450" y="58864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004AAD"/>
                </a:solidFill>
              </a:defRPr>
            </a:pPr>
            <a:r>
              <a:rPr sz="1425" b="1" i="0">
                <a:solidFill>
                  <a:srgbClr val="004AAD"/>
                </a:solidFill>
              </a:rPr>
              <a:t>Context budget</a:t>
            </a:r>
          </a:p>
        </p:txBody>
      </p:sp>
      <p:sp>
        <p:nvSpPr>
          <p:cNvPr id="32" name="">
            <a:extLst xmlns:a="http://schemas.openxmlformats.org/drawingml/2006/main">
              <a:ext uri="{FF2B5EF4-FFF2-40B4-BE49-F238E27FC236}">
                <a16:creationId xmlns:a16="http://schemas.microsoft.com/office/drawing/2014/main" id="{D80AD4D5-B632-40EF-9CEF-920DCA400ED9}"/>
              </a:ext>
            </a:extLst>
          </p:cNvPr>
          <p:cNvSpPr>
            <a:spLocks xmlns:a="http://schemas.openxmlformats.org/drawingml/2006/main" noGrp="1"/>
          </p:cNvSpPr>
          <p:nvPr/>
        </p:nvSpPr>
        <p:spPr>
          <a:xfrm xmlns:a="http://schemas.openxmlformats.org/drawingml/2006/main">
            <a:off x="3600450" y="5886450"/>
            <a:ext cx="676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061A45"/>
                </a:solidFill>
              </a:defRPr>
            </a:pPr>
            <a:r>
              <a:rPr sz="1350" b="0" i="0">
                <a:solidFill>
                  <a:srgbClr val="061A45"/>
                </a:solidFill>
              </a:rPr>
              <a:t>A skill saves attention by loading just-in-time. If always loaded, it still spends tokens.</a:t>
            </a:r>
          </a:p>
        </p:txBody>
      </p:sp>
    </p:spTree>
    <p:extLst>
      <p:ext uri="{BB962C8B-B14F-4D97-AF65-F5344CB8AC3E}">
        <p14:creationId xmlns:p14="http://schemas.microsoft.com/office/powerpoint/2010/main" val="21326935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DCD0C29-E70F-49E8-9372-AB2EA26F2A8E}"/>
              </a:ext>
            </a:extLst>
          </p:cNvPr>
          <p:cNvSpPr>
            <a:spLocks xmlns:a="http://schemas.openxmlformats.org/drawingml/2006/main" noGrp="1"/>
          </p:cNvSpPr>
          <p:nvPr/>
        </p:nvSpPr>
        <p:spPr>
          <a:xfrm xmlns:a="http://schemas.openxmlformats.org/drawingml/2006/main">
            <a:off x="457200" y="2667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61A45"/>
                </a:solidFill>
              </a:defRPr>
            </a:pPr>
            <a:r>
              <a:rPr sz="2850" b="1" i="0">
                <a:solidFill>
                  <a:srgbClr val="061A45"/>
                </a:solidFill>
              </a:rPr>
              <a:t>Prompt Extensions Load Context in Different Ways</a:t>
            </a:r>
          </a:p>
        </p:txBody>
      </p:sp>
      <p:sp>
        <p:nvSpPr>
          <p:cNvPr id="2" name="">
            <a:extLst xmlns:a="http://schemas.openxmlformats.org/drawingml/2006/main">
              <a:ext uri="{FF2B5EF4-FFF2-40B4-BE49-F238E27FC236}">
                <a16:creationId xmlns:a16="http://schemas.microsoft.com/office/drawing/2014/main" id="{E12D48E1-12D8-486C-9046-5DCB562E7344}"/>
              </a:ext>
            </a:extLst>
          </p:cNvPr>
          <p:cNvSpPr>
            <a:spLocks xmlns:a="http://schemas.openxmlformats.org/drawingml/2006/main" noGrp="1"/>
          </p:cNvSpPr>
          <p:nvPr/>
        </p:nvSpPr>
        <p:spPr>
          <a:xfrm xmlns:a="http://schemas.openxmlformats.org/drawingml/2006/main">
            <a:off x="2095500" y="838200"/>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1">
                <a:solidFill>
                  <a:srgbClr val="004AAD"/>
                </a:solidFill>
              </a:defRPr>
            </a:pPr>
            <a:r>
              <a:rPr sz="1500" b="0" i="1">
                <a:solidFill>
                  <a:srgbClr val="004AAD"/>
                </a:solidFill>
              </a:rPr>
              <a:t>The harness decides what stays global, loads on demand, or gets its own paper.</a:t>
            </a:r>
          </a:p>
        </p:txBody>
      </p:sp>
      <p:sp>
        <p:nvSpPr>
          <p:cNvPr id="3" name="">
            <a:extLst xmlns:a="http://schemas.openxmlformats.org/drawingml/2006/main">
              <a:ext uri="{FF2B5EF4-FFF2-40B4-BE49-F238E27FC236}">
                <a16:creationId xmlns:a16="http://schemas.microsoft.com/office/drawing/2014/main" id="{77A7457F-3E6C-4489-A773-E3F757A05A55}"/>
              </a:ext>
            </a:extLst>
          </p:cNvPr>
          <p:cNvSpPr>
            <a:spLocks xmlns:a="http://schemas.openxmlformats.org/drawingml/2006/main" noGrp="1"/>
          </p:cNvSpPr>
          <p:nvPr/>
        </p:nvSpPr>
        <p:spPr>
          <a:xfrm xmlns:a="http://schemas.openxmlformats.org/drawingml/2006/main">
            <a:off x="457200" y="1162050"/>
            <a:ext cx="11277600" cy="0"/>
          </a:xfrm>
          <a:prstGeom xmlns:a="http://schemas.openxmlformats.org/drawingml/2006/main" prst="line">
            <a:avLst/>
          </a:prstGeom>
          <a:ln xmlns:a="http://schemas.openxmlformats.org/drawingml/2006/main" w="19050">
            <a:solidFill>
              <a:srgbClr val="004AAD"/>
            </a:solidFill>
            <a:prstDash val="solid"/>
          </a:ln>
        </p:spPr>
      </p:sp>
      <p:sp>
        <p:nvSpPr>
          <p:cNvPr id="4" name="">
            <a:extLst xmlns:a="http://schemas.openxmlformats.org/drawingml/2006/main">
              <a:ext uri="{FF2B5EF4-FFF2-40B4-BE49-F238E27FC236}">
                <a16:creationId xmlns:a16="http://schemas.microsoft.com/office/drawing/2014/main" id="{CE9466E2-1CF2-46EB-9AB2-2837D792FDA5}"/>
              </a:ext>
            </a:extLst>
          </p:cNvPr>
          <p:cNvSpPr>
            <a:spLocks xmlns:a="http://schemas.openxmlformats.org/drawingml/2006/main" noGrp="1"/>
          </p:cNvSpPr>
          <p:nvPr/>
        </p:nvSpPr>
        <p:spPr>
          <a:xfrm xmlns:a="http://schemas.openxmlformats.org/drawingml/2006/main">
            <a:off x="552450" y="1543050"/>
            <a:ext cx="11087100" cy="438150"/>
          </a:xfrm>
          <a:prstGeom xmlns:a="http://schemas.openxmlformats.org/drawingml/2006/main" prst="roundRect">
            <a:avLst>
              <a:gd name="adj" fmla="val 17391"/>
            </a:avLst>
          </a:prstGeom>
          <a:solidFill xmlns:a="http://schemas.openxmlformats.org/drawingml/2006/main">
            <a:srgbClr val="004AAD"/>
          </a:solidFill>
          <a:ln xmlns:a="http://schemas.openxmlformats.org/drawingml/2006/main" w="10478">
            <a:solidFill>
              <a:srgbClr val="004AAD"/>
            </a:solidFill>
            <a:prstDash val="solid"/>
          </a:ln>
        </p:spPr>
      </p:sp>
      <p:sp>
        <p:nvSpPr>
          <p:cNvPr id="5" name="">
            <a:extLst xmlns:a="http://schemas.openxmlformats.org/drawingml/2006/main">
              <a:ext uri="{FF2B5EF4-FFF2-40B4-BE49-F238E27FC236}">
                <a16:creationId xmlns:a16="http://schemas.microsoft.com/office/drawing/2014/main" id="{1F9D2BBE-B425-4C7E-828B-757201629796}"/>
              </a:ext>
            </a:extLst>
          </p:cNvPr>
          <p:cNvSpPr>
            <a:spLocks xmlns:a="http://schemas.openxmlformats.org/drawingml/2006/main" noGrp="1"/>
          </p:cNvSpPr>
          <p:nvPr/>
        </p:nvSpPr>
        <p:spPr>
          <a:xfrm xmlns:a="http://schemas.openxmlformats.org/drawingml/2006/main">
            <a:off x="704850" y="1666875"/>
            <a:ext cx="1181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FFFFFF"/>
                </a:solidFill>
              </a:defRPr>
            </a:pPr>
            <a:r>
              <a:rPr sz="1200" b="1" i="0">
                <a:solidFill>
                  <a:srgbClr val="FFFFFF"/>
                </a:solidFill>
              </a:rPr>
              <a:t>Object</a:t>
            </a:r>
          </a:p>
        </p:txBody>
      </p:sp>
      <p:sp>
        <p:nvSpPr>
          <p:cNvPr id="6" name="">
            <a:extLst xmlns:a="http://schemas.openxmlformats.org/drawingml/2006/main">
              <a:ext uri="{FF2B5EF4-FFF2-40B4-BE49-F238E27FC236}">
                <a16:creationId xmlns:a16="http://schemas.microsoft.com/office/drawing/2014/main" id="{601EE06C-BA9A-4BF8-AE64-A516F4BDF869}"/>
              </a:ext>
            </a:extLst>
          </p:cNvPr>
          <p:cNvSpPr>
            <a:spLocks xmlns:a="http://schemas.openxmlformats.org/drawingml/2006/main" noGrp="1"/>
          </p:cNvSpPr>
          <p:nvPr/>
        </p:nvSpPr>
        <p:spPr>
          <a:xfrm xmlns:a="http://schemas.openxmlformats.org/drawingml/2006/main">
            <a:off x="2286000" y="1666875"/>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FFFF"/>
                </a:solidFill>
              </a:defRPr>
            </a:pPr>
            <a:r>
              <a:rPr sz="1200" b="1" i="0">
                <a:solidFill>
                  <a:srgbClr val="FFFFFF"/>
                </a:solidFill>
              </a:rPr>
              <a:t>What it extends</a:t>
            </a:r>
          </a:p>
        </p:txBody>
      </p:sp>
      <p:sp>
        <p:nvSpPr>
          <p:cNvPr id="7" name="">
            <a:extLst xmlns:a="http://schemas.openxmlformats.org/drawingml/2006/main">
              <a:ext uri="{FF2B5EF4-FFF2-40B4-BE49-F238E27FC236}">
                <a16:creationId xmlns:a16="http://schemas.microsoft.com/office/drawing/2014/main" id="{FB276478-DE61-4C4B-AB19-7C510A56D7FD}"/>
              </a:ext>
            </a:extLst>
          </p:cNvPr>
          <p:cNvSpPr>
            <a:spLocks xmlns:a="http://schemas.openxmlformats.org/drawingml/2006/main" noGrp="1"/>
          </p:cNvSpPr>
          <p:nvPr/>
        </p:nvSpPr>
        <p:spPr>
          <a:xfrm xmlns:a="http://schemas.openxmlformats.org/drawingml/2006/main">
            <a:off x="4857750" y="1666875"/>
            <a:ext cx="2705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FFFF"/>
                </a:solidFill>
              </a:defRPr>
            </a:pPr>
            <a:r>
              <a:rPr sz="1200" b="1" i="0">
                <a:solidFill>
                  <a:srgbClr val="FFFFFF"/>
                </a:solidFill>
              </a:rPr>
              <a:t>Loading strategy</a:t>
            </a:r>
          </a:p>
        </p:txBody>
      </p:sp>
      <p:sp>
        <p:nvSpPr>
          <p:cNvPr id="8" name="">
            <a:extLst xmlns:a="http://schemas.openxmlformats.org/drawingml/2006/main">
              <a:ext uri="{FF2B5EF4-FFF2-40B4-BE49-F238E27FC236}">
                <a16:creationId xmlns:a16="http://schemas.microsoft.com/office/drawing/2014/main" id="{5267F92A-9870-483D-92C0-76692542129F}"/>
              </a:ext>
            </a:extLst>
          </p:cNvPr>
          <p:cNvSpPr>
            <a:spLocks xmlns:a="http://schemas.openxmlformats.org/drawingml/2006/main" noGrp="1"/>
          </p:cNvSpPr>
          <p:nvPr/>
        </p:nvSpPr>
        <p:spPr>
          <a:xfrm xmlns:a="http://schemas.openxmlformats.org/drawingml/2006/main">
            <a:off x="8096250" y="16668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FFFF"/>
                </a:solidFill>
              </a:defRPr>
            </a:pPr>
            <a:r>
              <a:rPr sz="1200" b="1" i="0">
                <a:solidFill>
                  <a:srgbClr val="FFFFFF"/>
                </a:solidFill>
              </a:rPr>
              <a:t>Context effect</a:t>
            </a:r>
          </a:p>
        </p:txBody>
      </p:sp>
      <p:sp>
        <p:nvSpPr>
          <p:cNvPr id="9" name="">
            <a:extLst xmlns:a="http://schemas.openxmlformats.org/drawingml/2006/main">
              <a:ext uri="{FF2B5EF4-FFF2-40B4-BE49-F238E27FC236}">
                <a16:creationId xmlns:a16="http://schemas.microsoft.com/office/drawing/2014/main" id="{0498F640-49B2-4615-B857-D42635431488}"/>
              </a:ext>
            </a:extLst>
          </p:cNvPr>
          <p:cNvSpPr>
            <a:spLocks xmlns:a="http://schemas.openxmlformats.org/drawingml/2006/main" noGrp="1"/>
          </p:cNvSpPr>
          <p:nvPr/>
        </p:nvSpPr>
        <p:spPr>
          <a:xfrm xmlns:a="http://schemas.openxmlformats.org/drawingml/2006/main">
            <a:off x="552450" y="2000250"/>
            <a:ext cx="11087100" cy="590550"/>
          </a:xfrm>
          <a:prstGeom xmlns:a="http://schemas.openxmlformats.org/drawingml/2006/main" prst="roundRect">
            <a:avLst>
              <a:gd name="adj" fmla="val 9677"/>
            </a:avLst>
          </a:prstGeom>
          <a:solidFill xmlns:a="http://schemas.openxmlformats.org/drawingml/2006/main">
            <a:srgbClr val="F8FBFF"/>
          </a:solidFill>
          <a:ln xmlns:a="http://schemas.openxmlformats.org/drawingml/2006/main" w="10478">
            <a:solidFill>
              <a:srgbClr val="B9D4F6"/>
            </a:solidFill>
            <a:prstDash val="solid"/>
          </a:ln>
        </p:spPr>
      </p:sp>
      <p:sp>
        <p:nvSpPr>
          <p:cNvPr id="10" name="">
            <a:extLst xmlns:a="http://schemas.openxmlformats.org/drawingml/2006/main">
              <a:ext uri="{FF2B5EF4-FFF2-40B4-BE49-F238E27FC236}">
                <a16:creationId xmlns:a16="http://schemas.microsoft.com/office/drawing/2014/main" id="{6D488591-C8D7-452E-BE21-7B5C4357F6C3}"/>
              </a:ext>
            </a:extLst>
          </p:cNvPr>
          <p:cNvSpPr>
            <a:spLocks xmlns:a="http://schemas.openxmlformats.org/drawingml/2006/main" noGrp="1"/>
          </p:cNvSpPr>
          <p:nvPr/>
        </p:nvSpPr>
        <p:spPr>
          <a:xfrm xmlns:a="http://schemas.openxmlformats.org/drawingml/2006/main">
            <a:off x="704850" y="21526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04AAD"/>
                </a:solidFill>
              </a:defRPr>
            </a:pPr>
            <a:r>
              <a:rPr sz="1200" b="1" i="0">
                <a:solidFill>
                  <a:srgbClr val="004AAD"/>
                </a:solidFill>
              </a:rPr>
              <a:t>Prompt</a:t>
            </a:r>
          </a:p>
        </p:txBody>
      </p:sp>
      <p:sp>
        <p:nvSpPr>
          <p:cNvPr id="11" name="">
            <a:extLst xmlns:a="http://schemas.openxmlformats.org/drawingml/2006/main">
              <a:ext uri="{FF2B5EF4-FFF2-40B4-BE49-F238E27FC236}">
                <a16:creationId xmlns:a16="http://schemas.microsoft.com/office/drawing/2014/main" id="{4A455DBA-29C8-4BE4-9226-C7A5FF3C5FC0}"/>
              </a:ext>
            </a:extLst>
          </p:cNvPr>
          <p:cNvSpPr>
            <a:spLocks xmlns:a="http://schemas.openxmlformats.org/drawingml/2006/main" noGrp="1"/>
          </p:cNvSpPr>
          <p:nvPr/>
        </p:nvSpPr>
        <p:spPr>
          <a:xfrm xmlns:a="http://schemas.openxmlformats.org/drawingml/2006/main">
            <a:off x="2286000" y="21526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one task request</a:t>
            </a:r>
          </a:p>
        </p:txBody>
      </p:sp>
      <p:sp>
        <p:nvSpPr>
          <p:cNvPr id="12" name="">
            <a:extLst xmlns:a="http://schemas.openxmlformats.org/drawingml/2006/main">
              <a:ext uri="{FF2B5EF4-FFF2-40B4-BE49-F238E27FC236}">
                <a16:creationId xmlns:a16="http://schemas.microsoft.com/office/drawing/2014/main" id="{FDB19EC7-406E-4598-A35B-D94CFBEE8672}"/>
              </a:ext>
            </a:extLst>
          </p:cNvPr>
          <p:cNvSpPr>
            <a:spLocks xmlns:a="http://schemas.openxmlformats.org/drawingml/2006/main" noGrp="1"/>
          </p:cNvSpPr>
          <p:nvPr/>
        </p:nvSpPr>
        <p:spPr>
          <a:xfrm xmlns:a="http://schemas.openxmlformats.org/drawingml/2006/main">
            <a:off x="4857750" y="2152650"/>
            <a:ext cx="2705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written now</a:t>
            </a:r>
          </a:p>
        </p:txBody>
      </p:sp>
      <p:sp>
        <p:nvSpPr>
          <p:cNvPr id="13" name="">
            <a:extLst xmlns:a="http://schemas.openxmlformats.org/drawingml/2006/main">
              <a:ext uri="{FF2B5EF4-FFF2-40B4-BE49-F238E27FC236}">
                <a16:creationId xmlns:a16="http://schemas.microsoft.com/office/drawing/2014/main" id="{F7E92D68-59F8-4C51-BEAF-C2F9F848FD7B}"/>
              </a:ext>
            </a:extLst>
          </p:cNvPr>
          <p:cNvSpPr>
            <a:spLocks xmlns:a="http://schemas.openxmlformats.org/drawingml/2006/main" noGrp="1"/>
          </p:cNvSpPr>
          <p:nvPr/>
        </p:nvSpPr>
        <p:spPr>
          <a:xfrm xmlns:a="http://schemas.openxmlformats.org/drawingml/2006/main">
            <a:off x="8096250" y="21526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uses current paper</a:t>
            </a:r>
          </a:p>
        </p:txBody>
      </p:sp>
      <p:sp>
        <p:nvSpPr>
          <p:cNvPr id="14" name="">
            <a:extLst xmlns:a="http://schemas.openxmlformats.org/drawingml/2006/main">
              <a:ext uri="{FF2B5EF4-FFF2-40B4-BE49-F238E27FC236}">
                <a16:creationId xmlns:a16="http://schemas.microsoft.com/office/drawing/2014/main" id="{FC9625AB-67F6-418C-86D0-22BFCBFF2A62}"/>
              </a:ext>
            </a:extLst>
          </p:cNvPr>
          <p:cNvSpPr>
            <a:spLocks xmlns:a="http://schemas.openxmlformats.org/drawingml/2006/main" noGrp="1"/>
          </p:cNvSpPr>
          <p:nvPr/>
        </p:nvSpPr>
        <p:spPr>
          <a:xfrm xmlns:a="http://schemas.openxmlformats.org/drawingml/2006/main">
            <a:off x="552450" y="2667000"/>
            <a:ext cx="11087100" cy="590550"/>
          </a:xfrm>
          <a:prstGeom xmlns:a="http://schemas.openxmlformats.org/drawingml/2006/main" prst="roundRect">
            <a:avLst>
              <a:gd name="adj" fmla="val 9677"/>
            </a:avLst>
          </a:prstGeom>
          <a:solidFill xmlns:a="http://schemas.openxmlformats.org/drawingml/2006/main">
            <a:srgbClr val="EEF6FF"/>
          </a:solidFill>
          <a:ln xmlns:a="http://schemas.openxmlformats.org/drawingml/2006/main" w="10478">
            <a:solidFill>
              <a:srgbClr val="B9D4F6"/>
            </a:solidFill>
            <a:prstDash val="solid"/>
          </a:ln>
        </p:spPr>
      </p:sp>
      <p:sp>
        <p:nvSpPr>
          <p:cNvPr id="15" name="">
            <a:extLst xmlns:a="http://schemas.openxmlformats.org/drawingml/2006/main">
              <a:ext uri="{FF2B5EF4-FFF2-40B4-BE49-F238E27FC236}">
                <a16:creationId xmlns:a16="http://schemas.microsoft.com/office/drawing/2014/main" id="{65FFEE85-4841-47AB-ABE8-537E3CC04E4D}"/>
              </a:ext>
            </a:extLst>
          </p:cNvPr>
          <p:cNvSpPr>
            <a:spLocks xmlns:a="http://schemas.openxmlformats.org/drawingml/2006/main" noGrp="1"/>
          </p:cNvSpPr>
          <p:nvPr/>
        </p:nvSpPr>
        <p:spPr>
          <a:xfrm xmlns:a="http://schemas.openxmlformats.org/drawingml/2006/main">
            <a:off x="704850" y="281940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04AAD"/>
                </a:solidFill>
              </a:defRPr>
            </a:pPr>
            <a:r>
              <a:rPr sz="1200" b="1" i="0">
                <a:solidFill>
                  <a:srgbClr val="004AAD"/>
                </a:solidFill>
              </a:rPr>
              <a:t>User instruction</a:t>
            </a:r>
          </a:p>
        </p:txBody>
      </p:sp>
      <p:sp>
        <p:nvSpPr>
          <p:cNvPr id="16" name="">
            <a:extLst xmlns:a="http://schemas.openxmlformats.org/drawingml/2006/main">
              <a:ext uri="{FF2B5EF4-FFF2-40B4-BE49-F238E27FC236}">
                <a16:creationId xmlns:a16="http://schemas.microsoft.com/office/drawing/2014/main" id="{5A9820EE-7E98-4D74-92DA-F8A9FEB2FCE4}"/>
              </a:ext>
            </a:extLst>
          </p:cNvPr>
          <p:cNvSpPr>
            <a:spLocks xmlns:a="http://schemas.openxmlformats.org/drawingml/2006/main" noGrp="1"/>
          </p:cNvSpPr>
          <p:nvPr/>
        </p:nvSpPr>
        <p:spPr>
          <a:xfrm xmlns:a="http://schemas.openxmlformats.org/drawingml/2006/main">
            <a:off x="2286000" y="281940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stable preference</a:t>
            </a:r>
          </a:p>
        </p:txBody>
      </p:sp>
      <p:sp>
        <p:nvSpPr>
          <p:cNvPr id="17" name="">
            <a:extLst xmlns:a="http://schemas.openxmlformats.org/drawingml/2006/main">
              <a:ext uri="{FF2B5EF4-FFF2-40B4-BE49-F238E27FC236}">
                <a16:creationId xmlns:a16="http://schemas.microsoft.com/office/drawing/2014/main" id="{CE4CD364-E4DD-4524-A1E6-DD13300C0651}"/>
              </a:ext>
            </a:extLst>
          </p:cNvPr>
          <p:cNvSpPr>
            <a:spLocks xmlns:a="http://schemas.openxmlformats.org/drawingml/2006/main" noGrp="1"/>
          </p:cNvSpPr>
          <p:nvPr/>
        </p:nvSpPr>
        <p:spPr>
          <a:xfrm xmlns:a="http://schemas.openxmlformats.org/drawingml/2006/main">
            <a:off x="4857750" y="2819400"/>
            <a:ext cx="2705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attached persistently</a:t>
            </a:r>
          </a:p>
        </p:txBody>
      </p:sp>
      <p:sp>
        <p:nvSpPr>
          <p:cNvPr id="18" name="">
            <a:extLst xmlns:a="http://schemas.openxmlformats.org/drawingml/2006/main">
              <a:ext uri="{FF2B5EF4-FFF2-40B4-BE49-F238E27FC236}">
                <a16:creationId xmlns:a16="http://schemas.microsoft.com/office/drawing/2014/main" id="{E41764E7-2AF9-44B1-B6B3-15DED0989975}"/>
              </a:ext>
            </a:extLst>
          </p:cNvPr>
          <p:cNvSpPr>
            <a:spLocks xmlns:a="http://schemas.openxmlformats.org/drawingml/2006/main" noGrp="1"/>
          </p:cNvSpPr>
          <p:nvPr/>
        </p:nvSpPr>
        <p:spPr>
          <a:xfrm xmlns:a="http://schemas.openxmlformats.org/drawingml/2006/main">
            <a:off x="8096250" y="28194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always costs attention when included</a:t>
            </a:r>
          </a:p>
        </p:txBody>
      </p:sp>
      <p:sp>
        <p:nvSpPr>
          <p:cNvPr id="19" name="">
            <a:extLst xmlns:a="http://schemas.openxmlformats.org/drawingml/2006/main">
              <a:ext uri="{FF2B5EF4-FFF2-40B4-BE49-F238E27FC236}">
                <a16:creationId xmlns:a16="http://schemas.microsoft.com/office/drawing/2014/main" id="{3D339AC5-C484-48EE-949F-765D3E4BAC16}"/>
              </a:ext>
            </a:extLst>
          </p:cNvPr>
          <p:cNvSpPr>
            <a:spLocks xmlns:a="http://schemas.openxmlformats.org/drawingml/2006/main" noGrp="1"/>
          </p:cNvSpPr>
          <p:nvPr/>
        </p:nvSpPr>
        <p:spPr>
          <a:xfrm xmlns:a="http://schemas.openxmlformats.org/drawingml/2006/main">
            <a:off x="552450" y="3333750"/>
            <a:ext cx="11087100" cy="590550"/>
          </a:xfrm>
          <a:prstGeom xmlns:a="http://schemas.openxmlformats.org/drawingml/2006/main" prst="roundRect">
            <a:avLst>
              <a:gd name="adj" fmla="val 9677"/>
            </a:avLst>
          </a:prstGeom>
          <a:solidFill xmlns:a="http://schemas.openxmlformats.org/drawingml/2006/main">
            <a:srgbClr val="F8FBFF"/>
          </a:solidFill>
          <a:ln xmlns:a="http://schemas.openxmlformats.org/drawingml/2006/main" w="10478">
            <a:solidFill>
              <a:srgbClr val="B9D4F6"/>
            </a:solidFill>
            <a:prstDash val="solid"/>
          </a:ln>
        </p:spPr>
      </p:sp>
      <p:sp>
        <p:nvSpPr>
          <p:cNvPr id="20" name="">
            <a:extLst xmlns:a="http://schemas.openxmlformats.org/drawingml/2006/main">
              <a:ext uri="{FF2B5EF4-FFF2-40B4-BE49-F238E27FC236}">
                <a16:creationId xmlns:a16="http://schemas.microsoft.com/office/drawing/2014/main" id="{5A322EB8-8E16-4F69-9690-A77A3D44403E}"/>
              </a:ext>
            </a:extLst>
          </p:cNvPr>
          <p:cNvSpPr>
            <a:spLocks xmlns:a="http://schemas.openxmlformats.org/drawingml/2006/main" noGrp="1"/>
          </p:cNvSpPr>
          <p:nvPr/>
        </p:nvSpPr>
        <p:spPr>
          <a:xfrm xmlns:a="http://schemas.openxmlformats.org/drawingml/2006/main">
            <a:off x="704850" y="34861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04AAD"/>
                </a:solidFill>
              </a:defRPr>
            </a:pPr>
            <a:r>
              <a:rPr sz="1200" b="1" i="0">
                <a:solidFill>
                  <a:srgbClr val="004AAD"/>
                </a:solidFill>
              </a:rPr>
              <a:t>Skill</a:t>
            </a:r>
          </a:p>
        </p:txBody>
      </p:sp>
      <p:sp>
        <p:nvSpPr>
          <p:cNvPr id="21" name="">
            <a:extLst xmlns:a="http://schemas.openxmlformats.org/drawingml/2006/main">
              <a:ext uri="{FF2B5EF4-FFF2-40B4-BE49-F238E27FC236}">
                <a16:creationId xmlns:a16="http://schemas.microsoft.com/office/drawing/2014/main" id="{878F5BB7-907E-4B00-8FAE-F692345EBBD0}"/>
              </a:ext>
            </a:extLst>
          </p:cNvPr>
          <p:cNvSpPr>
            <a:spLocks xmlns:a="http://schemas.openxmlformats.org/drawingml/2006/main" noGrp="1"/>
          </p:cNvSpPr>
          <p:nvPr/>
        </p:nvSpPr>
        <p:spPr>
          <a:xfrm xmlns:a="http://schemas.openxmlformats.org/drawingml/2006/main">
            <a:off x="2286000" y="3486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reusable method</a:t>
            </a:r>
          </a:p>
        </p:txBody>
      </p:sp>
      <p:sp>
        <p:nvSpPr>
          <p:cNvPr id="22" name="">
            <a:extLst xmlns:a="http://schemas.openxmlformats.org/drawingml/2006/main">
              <a:ext uri="{FF2B5EF4-FFF2-40B4-BE49-F238E27FC236}">
                <a16:creationId xmlns:a16="http://schemas.microsoft.com/office/drawing/2014/main" id="{558F5F36-49B7-4FEE-8E43-B2197426A239}"/>
              </a:ext>
            </a:extLst>
          </p:cNvPr>
          <p:cNvSpPr>
            <a:spLocks xmlns:a="http://schemas.openxmlformats.org/drawingml/2006/main" noGrp="1"/>
          </p:cNvSpPr>
          <p:nvPr/>
        </p:nvSpPr>
        <p:spPr>
          <a:xfrm xmlns:a="http://schemas.openxmlformats.org/drawingml/2006/main">
            <a:off x="4857750" y="3486150"/>
            <a:ext cx="2705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loaded when relevant</a:t>
            </a:r>
          </a:p>
        </p:txBody>
      </p:sp>
      <p:sp>
        <p:nvSpPr>
          <p:cNvPr id="23" name="">
            <a:extLst xmlns:a="http://schemas.openxmlformats.org/drawingml/2006/main">
              <a:ext uri="{FF2B5EF4-FFF2-40B4-BE49-F238E27FC236}">
                <a16:creationId xmlns:a16="http://schemas.microsoft.com/office/drawing/2014/main" id="{5B908D97-23B2-4F82-BF12-3B950BC61BC1}"/>
              </a:ext>
            </a:extLst>
          </p:cNvPr>
          <p:cNvSpPr>
            <a:spLocks xmlns:a="http://schemas.openxmlformats.org/drawingml/2006/main" noGrp="1"/>
          </p:cNvSpPr>
          <p:nvPr/>
        </p:nvSpPr>
        <p:spPr>
          <a:xfrm xmlns:a="http://schemas.openxmlformats.org/drawingml/2006/main">
            <a:off x="8096250" y="34861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keeps unused prompts outside</a:t>
            </a:r>
          </a:p>
        </p:txBody>
      </p:sp>
      <p:sp>
        <p:nvSpPr>
          <p:cNvPr id="24" name="">
            <a:extLst xmlns:a="http://schemas.openxmlformats.org/drawingml/2006/main">
              <a:ext uri="{FF2B5EF4-FFF2-40B4-BE49-F238E27FC236}">
                <a16:creationId xmlns:a16="http://schemas.microsoft.com/office/drawing/2014/main" id="{297C81E4-CA88-4847-8EF3-DF10FB8E0309}"/>
              </a:ext>
            </a:extLst>
          </p:cNvPr>
          <p:cNvSpPr>
            <a:spLocks xmlns:a="http://schemas.openxmlformats.org/drawingml/2006/main" noGrp="1"/>
          </p:cNvSpPr>
          <p:nvPr/>
        </p:nvSpPr>
        <p:spPr>
          <a:xfrm xmlns:a="http://schemas.openxmlformats.org/drawingml/2006/main">
            <a:off x="552450" y="4000500"/>
            <a:ext cx="11087100" cy="590550"/>
          </a:xfrm>
          <a:prstGeom xmlns:a="http://schemas.openxmlformats.org/drawingml/2006/main" prst="roundRect">
            <a:avLst>
              <a:gd name="adj" fmla="val 9677"/>
            </a:avLst>
          </a:prstGeom>
          <a:solidFill xmlns:a="http://schemas.openxmlformats.org/drawingml/2006/main">
            <a:srgbClr val="EEF6FF"/>
          </a:solidFill>
          <a:ln xmlns:a="http://schemas.openxmlformats.org/drawingml/2006/main" w="10478">
            <a:solidFill>
              <a:srgbClr val="B9D4F6"/>
            </a:solidFill>
            <a:prstDash val="solid"/>
          </a:ln>
        </p:spPr>
      </p:sp>
      <p:sp>
        <p:nvSpPr>
          <p:cNvPr id="25" name="">
            <a:extLst xmlns:a="http://schemas.openxmlformats.org/drawingml/2006/main">
              <a:ext uri="{FF2B5EF4-FFF2-40B4-BE49-F238E27FC236}">
                <a16:creationId xmlns:a16="http://schemas.microsoft.com/office/drawing/2014/main" id="{DAF470AB-9C54-44B0-8D66-45D25F02DF0C}"/>
              </a:ext>
            </a:extLst>
          </p:cNvPr>
          <p:cNvSpPr>
            <a:spLocks xmlns:a="http://schemas.openxmlformats.org/drawingml/2006/main" noGrp="1"/>
          </p:cNvSpPr>
          <p:nvPr/>
        </p:nvSpPr>
        <p:spPr>
          <a:xfrm xmlns:a="http://schemas.openxmlformats.org/drawingml/2006/main">
            <a:off x="704850" y="415290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04AAD"/>
                </a:solidFill>
              </a:defRPr>
            </a:pPr>
            <a:r>
              <a:rPr sz="1200" b="1" i="0">
                <a:solidFill>
                  <a:srgbClr val="004AAD"/>
                </a:solidFill>
              </a:rPr>
              <a:t>Custom agent</a:t>
            </a:r>
          </a:p>
        </p:txBody>
      </p:sp>
      <p:sp>
        <p:nvSpPr>
          <p:cNvPr id="26" name="">
            <a:extLst xmlns:a="http://schemas.openxmlformats.org/drawingml/2006/main">
              <a:ext uri="{FF2B5EF4-FFF2-40B4-BE49-F238E27FC236}">
                <a16:creationId xmlns:a16="http://schemas.microsoft.com/office/drawing/2014/main" id="{91E047B1-4E0F-46A2-9434-59E8DF53E19A}"/>
              </a:ext>
            </a:extLst>
          </p:cNvPr>
          <p:cNvSpPr>
            <a:spLocks xmlns:a="http://schemas.openxmlformats.org/drawingml/2006/main" noGrp="1"/>
          </p:cNvSpPr>
          <p:nvPr/>
        </p:nvSpPr>
        <p:spPr>
          <a:xfrm xmlns:a="http://schemas.openxmlformats.org/drawingml/2006/main">
            <a:off x="2286000" y="415290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role + rules + tools</a:t>
            </a:r>
          </a:p>
        </p:txBody>
      </p:sp>
      <p:sp>
        <p:nvSpPr>
          <p:cNvPr id="27" name="">
            <a:extLst xmlns:a="http://schemas.openxmlformats.org/drawingml/2006/main">
              <a:ext uri="{FF2B5EF4-FFF2-40B4-BE49-F238E27FC236}">
                <a16:creationId xmlns:a16="http://schemas.microsoft.com/office/drawing/2014/main" id="{2802789C-59B6-4974-AB90-5905356AA699}"/>
              </a:ext>
            </a:extLst>
          </p:cNvPr>
          <p:cNvSpPr>
            <a:spLocks xmlns:a="http://schemas.openxmlformats.org/drawingml/2006/main" noGrp="1"/>
          </p:cNvSpPr>
          <p:nvPr/>
        </p:nvSpPr>
        <p:spPr>
          <a:xfrm xmlns:a="http://schemas.openxmlformats.org/drawingml/2006/main">
            <a:off x="4857750" y="4152900"/>
            <a:ext cx="2705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selected as a profile</a:t>
            </a:r>
          </a:p>
        </p:txBody>
      </p:sp>
      <p:sp>
        <p:nvSpPr>
          <p:cNvPr id="28" name="">
            <a:extLst xmlns:a="http://schemas.openxmlformats.org/drawingml/2006/main">
              <a:ext uri="{FF2B5EF4-FFF2-40B4-BE49-F238E27FC236}">
                <a16:creationId xmlns:a16="http://schemas.microsoft.com/office/drawing/2014/main" id="{BA3D77E2-502F-4011-9024-02EED1BD516A}"/>
              </a:ext>
            </a:extLst>
          </p:cNvPr>
          <p:cNvSpPr>
            <a:spLocks xmlns:a="http://schemas.openxmlformats.org/drawingml/2006/main" noGrp="1"/>
          </p:cNvSpPr>
          <p:nvPr/>
        </p:nvSpPr>
        <p:spPr>
          <a:xfrm xmlns:a="http://schemas.openxmlformats.org/drawingml/2006/main">
            <a:off x="8096250" y="41529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packages repeated work setup</a:t>
            </a:r>
          </a:p>
        </p:txBody>
      </p:sp>
      <p:sp>
        <p:nvSpPr>
          <p:cNvPr id="29" name="">
            <a:extLst xmlns:a="http://schemas.openxmlformats.org/drawingml/2006/main">
              <a:ext uri="{FF2B5EF4-FFF2-40B4-BE49-F238E27FC236}">
                <a16:creationId xmlns:a16="http://schemas.microsoft.com/office/drawing/2014/main" id="{718BC765-E35C-452B-BE10-44E38991B790}"/>
              </a:ext>
            </a:extLst>
          </p:cNvPr>
          <p:cNvSpPr>
            <a:spLocks xmlns:a="http://schemas.openxmlformats.org/drawingml/2006/main" noGrp="1"/>
          </p:cNvSpPr>
          <p:nvPr/>
        </p:nvSpPr>
        <p:spPr>
          <a:xfrm xmlns:a="http://schemas.openxmlformats.org/drawingml/2006/main">
            <a:off x="552450" y="4667250"/>
            <a:ext cx="11087100" cy="590550"/>
          </a:xfrm>
          <a:prstGeom xmlns:a="http://schemas.openxmlformats.org/drawingml/2006/main" prst="roundRect">
            <a:avLst>
              <a:gd name="adj" fmla="val 9677"/>
            </a:avLst>
          </a:prstGeom>
          <a:solidFill xmlns:a="http://schemas.openxmlformats.org/drawingml/2006/main">
            <a:srgbClr val="F8FBFF"/>
          </a:solidFill>
          <a:ln xmlns:a="http://schemas.openxmlformats.org/drawingml/2006/main" w="10478">
            <a:solidFill>
              <a:srgbClr val="B9D4F6"/>
            </a:solidFill>
            <a:prstDash val="solid"/>
          </a:ln>
        </p:spPr>
      </p:sp>
      <p:sp>
        <p:nvSpPr>
          <p:cNvPr id="30" name="">
            <a:extLst xmlns:a="http://schemas.openxmlformats.org/drawingml/2006/main">
              <a:ext uri="{FF2B5EF4-FFF2-40B4-BE49-F238E27FC236}">
                <a16:creationId xmlns:a16="http://schemas.microsoft.com/office/drawing/2014/main" id="{250F154C-128B-4FD2-82CF-97A3CCBF69B5}"/>
              </a:ext>
            </a:extLst>
          </p:cNvPr>
          <p:cNvSpPr>
            <a:spLocks xmlns:a="http://schemas.openxmlformats.org/drawingml/2006/main" noGrp="1"/>
          </p:cNvSpPr>
          <p:nvPr/>
        </p:nvSpPr>
        <p:spPr>
          <a:xfrm xmlns:a="http://schemas.openxmlformats.org/drawingml/2006/main">
            <a:off x="704850" y="48196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04AAD"/>
                </a:solidFill>
              </a:defRPr>
            </a:pPr>
            <a:r>
              <a:rPr sz="1200" b="1" i="0">
                <a:solidFill>
                  <a:srgbClr val="004AAD"/>
                </a:solidFill>
              </a:rPr>
              <a:t>Subagent bridge</a:t>
            </a:r>
          </a:p>
        </p:txBody>
      </p:sp>
      <p:sp>
        <p:nvSpPr>
          <p:cNvPr id="31" name="">
            <a:extLst xmlns:a="http://schemas.openxmlformats.org/drawingml/2006/main">
              <a:ext uri="{FF2B5EF4-FFF2-40B4-BE49-F238E27FC236}">
                <a16:creationId xmlns:a16="http://schemas.microsoft.com/office/drawing/2014/main" id="{1BB983F6-2EA6-4348-BB4A-62CE06EAE9A0}"/>
              </a:ext>
            </a:extLst>
          </p:cNvPr>
          <p:cNvSpPr>
            <a:spLocks xmlns:a="http://schemas.openxmlformats.org/drawingml/2006/main" noGrp="1"/>
          </p:cNvSpPr>
          <p:nvPr/>
        </p:nvSpPr>
        <p:spPr>
          <a:xfrm xmlns:a="http://schemas.openxmlformats.org/drawingml/2006/main">
            <a:off x="2286000" y="48196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local task context</a:t>
            </a:r>
          </a:p>
        </p:txBody>
      </p:sp>
      <p:sp>
        <p:nvSpPr>
          <p:cNvPr id="32" name="">
            <a:extLst xmlns:a="http://schemas.openxmlformats.org/drawingml/2006/main">
              <a:ext uri="{FF2B5EF4-FFF2-40B4-BE49-F238E27FC236}">
                <a16:creationId xmlns:a16="http://schemas.microsoft.com/office/drawing/2014/main" id="{F16BD45B-9DFE-43FA-BB51-266B02B02ED6}"/>
              </a:ext>
            </a:extLst>
          </p:cNvPr>
          <p:cNvSpPr>
            <a:spLocks xmlns:a="http://schemas.openxmlformats.org/drawingml/2006/main" noGrp="1"/>
          </p:cNvSpPr>
          <p:nvPr/>
        </p:nvSpPr>
        <p:spPr>
          <a:xfrm xmlns:a="http://schemas.openxmlformats.org/drawingml/2006/main">
            <a:off x="4857750" y="4819650"/>
            <a:ext cx="2705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fork or fresh run</a:t>
            </a:r>
          </a:p>
        </p:txBody>
      </p:sp>
      <p:sp>
        <p:nvSpPr>
          <p:cNvPr id="33" name="">
            <a:extLst xmlns:a="http://schemas.openxmlformats.org/drawingml/2006/main">
              <a:ext uri="{FF2B5EF4-FFF2-40B4-BE49-F238E27FC236}">
                <a16:creationId xmlns:a16="http://schemas.microsoft.com/office/drawing/2014/main" id="{7E41F279-DB83-4A48-9E41-CFA9A37897A2}"/>
              </a:ext>
            </a:extLst>
          </p:cNvPr>
          <p:cNvSpPr>
            <a:spLocks xmlns:a="http://schemas.openxmlformats.org/drawingml/2006/main" noGrp="1"/>
          </p:cNvSpPr>
          <p:nvPr/>
        </p:nvSpPr>
        <p:spPr>
          <a:xfrm xmlns:a="http://schemas.openxmlformats.org/drawingml/2006/main">
            <a:off x="8096250" y="48196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copies shared start, then diverges</a:t>
            </a:r>
          </a:p>
        </p:txBody>
      </p:sp>
      <p:sp>
        <p:nvSpPr>
          <p:cNvPr id="34" name="">
            <a:extLst xmlns:a="http://schemas.openxmlformats.org/drawingml/2006/main">
              <a:ext uri="{FF2B5EF4-FFF2-40B4-BE49-F238E27FC236}">
                <a16:creationId xmlns:a16="http://schemas.microsoft.com/office/drawing/2014/main" id="{975ACFAA-ED84-49FB-96E6-18C5C18F2995}"/>
              </a:ext>
            </a:extLst>
          </p:cNvPr>
          <p:cNvSpPr>
            <a:spLocks xmlns:a="http://schemas.openxmlformats.org/drawingml/2006/main" noGrp="1"/>
          </p:cNvSpPr>
          <p:nvPr/>
        </p:nvSpPr>
        <p:spPr>
          <a:xfrm xmlns:a="http://schemas.openxmlformats.org/drawingml/2006/main">
            <a:off x="1352550" y="5448300"/>
            <a:ext cx="9486900" cy="876300"/>
          </a:xfrm>
          <a:prstGeom xmlns:a="http://schemas.openxmlformats.org/drawingml/2006/main" prst="roundRect">
            <a:avLst>
              <a:gd name="adj" fmla="val 8696"/>
            </a:avLst>
          </a:prstGeom>
          <a:solidFill xmlns:a="http://schemas.openxmlformats.org/drawingml/2006/main">
            <a:srgbClr val="FFF7DF"/>
          </a:solidFill>
          <a:ln xmlns:a="http://schemas.openxmlformats.org/drawingml/2006/main" w="10478">
            <a:solidFill>
              <a:srgbClr val="F0D891"/>
            </a:solidFill>
            <a:prstDash val="solid"/>
          </a:ln>
        </p:spPr>
      </p:sp>
      <p:sp>
        <p:nvSpPr>
          <p:cNvPr id="35" name="">
            <a:extLst xmlns:a="http://schemas.openxmlformats.org/drawingml/2006/main">
              <a:ext uri="{FF2B5EF4-FFF2-40B4-BE49-F238E27FC236}">
                <a16:creationId xmlns:a16="http://schemas.microsoft.com/office/drawing/2014/main" id="{919E50BE-BD30-4C1C-8470-7340446BE1CB}"/>
              </a:ext>
            </a:extLst>
          </p:cNvPr>
          <p:cNvSpPr>
            <a:spLocks xmlns:a="http://schemas.openxmlformats.org/drawingml/2006/main" noGrp="1"/>
          </p:cNvSpPr>
          <p:nvPr/>
        </p:nvSpPr>
        <p:spPr>
          <a:xfrm xmlns:a="http://schemas.openxmlformats.org/drawingml/2006/main">
            <a:off x="1695450" y="56007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D88A00"/>
                </a:solidFill>
              </a:defRPr>
            </a:pPr>
            <a:r>
              <a:rPr sz="1425" b="1" i="0">
                <a:solidFill>
                  <a:srgbClr val="D88A00"/>
                </a:solidFill>
              </a:rPr>
              <a:t>Context architecture</a:t>
            </a:r>
          </a:p>
        </p:txBody>
      </p:sp>
      <p:sp>
        <p:nvSpPr>
          <p:cNvPr id="36" name="">
            <a:extLst xmlns:a="http://schemas.openxmlformats.org/drawingml/2006/main">
              <a:ext uri="{FF2B5EF4-FFF2-40B4-BE49-F238E27FC236}">
                <a16:creationId xmlns:a16="http://schemas.microsoft.com/office/drawing/2014/main" id="{F8C83A37-88F8-407B-AFE4-737F849A9700}"/>
              </a:ext>
            </a:extLst>
          </p:cNvPr>
          <p:cNvSpPr>
            <a:spLocks xmlns:a="http://schemas.openxmlformats.org/drawingml/2006/main" noGrp="1"/>
          </p:cNvSpPr>
          <p:nvPr/>
        </p:nvSpPr>
        <p:spPr>
          <a:xfrm xmlns:a="http://schemas.openxmlformats.org/drawingml/2006/main">
            <a:off x="3886200" y="5562600"/>
            <a:ext cx="657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061A45"/>
                </a:solidFill>
              </a:defRPr>
            </a:pPr>
            <a:r>
              <a:rPr sz="1350" b="0" i="0">
                <a:solidFill>
                  <a:srgbClr val="061A45"/>
                </a:solidFill>
              </a:rPr>
              <a:t>Compaction reacts: compress one paper as it nears its limit.</a:t>
            </a:r>
          </a:p>
        </p:txBody>
      </p:sp>
      <p:sp>
        <p:nvSpPr>
          <p:cNvPr id="37" name="">
            <a:extLst xmlns:a="http://schemas.openxmlformats.org/drawingml/2006/main">
              <a:ext uri="{FF2B5EF4-FFF2-40B4-BE49-F238E27FC236}">
                <a16:creationId xmlns:a16="http://schemas.microsoft.com/office/drawing/2014/main" id="{511E9DA5-6FC6-424E-A8DF-8B84928B0978}"/>
              </a:ext>
            </a:extLst>
          </p:cNvPr>
          <p:cNvSpPr>
            <a:spLocks xmlns:a="http://schemas.openxmlformats.org/drawingml/2006/main" noGrp="1"/>
          </p:cNvSpPr>
          <p:nvPr/>
        </p:nvSpPr>
        <p:spPr>
          <a:xfrm xmlns:a="http://schemas.openxmlformats.org/drawingml/2006/main">
            <a:off x="3886200" y="5905500"/>
            <a:ext cx="657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061A45"/>
                </a:solidFill>
              </a:defRPr>
            </a:pPr>
            <a:r>
              <a:rPr sz="1275" b="1" i="0">
                <a:solidFill>
                  <a:srgbClr val="061A45"/>
                </a:solidFill>
              </a:rPr>
              <a:t>Proactive fork: copy the shared start, then assign one paper per branch.</a:t>
            </a:r>
          </a:p>
        </p:txBody>
      </p:sp>
    </p:spTree>
    <p:extLst>
      <p:ext uri="{BB962C8B-B14F-4D97-AF65-F5344CB8AC3E}">
        <p14:creationId xmlns:p14="http://schemas.microsoft.com/office/powerpoint/2010/main" val="119978021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74625E4-1FE7-4E71-9D82-871A15A1825A}"/>
              </a:ext>
            </a:extLst>
          </p:cNvPr>
          <p:cNvSpPr>
            <a:spLocks xmlns:a="http://schemas.openxmlformats.org/drawingml/2006/main" noGrp="1"/>
          </p:cNvSpPr>
          <p:nvPr/>
        </p:nvSpPr>
        <p:spPr>
          <a:xfrm xmlns:a="http://schemas.openxmlformats.org/drawingml/2006/main">
            <a:off x="457200" y="2667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61A45"/>
                </a:solidFill>
              </a:defRPr>
            </a:pPr>
            <a:r>
              <a:rPr sz="2850" b="1" i="0">
                <a:solidFill>
                  <a:srgbClr val="061A45"/>
                </a:solidFill>
              </a:rPr>
              <a:t>Tool Calls Are Proposed by the Model and Executed Outside It</a:t>
            </a:r>
          </a:p>
        </p:txBody>
      </p:sp>
      <p:sp>
        <p:nvSpPr>
          <p:cNvPr id="2" name="">
            <a:extLst xmlns:a="http://schemas.openxmlformats.org/drawingml/2006/main">
              <a:ext uri="{FF2B5EF4-FFF2-40B4-BE49-F238E27FC236}">
                <a16:creationId xmlns:a16="http://schemas.microsoft.com/office/drawing/2014/main" id="{9922F5A1-A9C9-4196-918B-A4CD6ECC6DE2}"/>
              </a:ext>
            </a:extLst>
          </p:cNvPr>
          <p:cNvSpPr>
            <a:spLocks xmlns:a="http://schemas.openxmlformats.org/drawingml/2006/main" noGrp="1"/>
          </p:cNvSpPr>
          <p:nvPr/>
        </p:nvSpPr>
        <p:spPr>
          <a:xfrm xmlns:a="http://schemas.openxmlformats.org/drawingml/2006/main">
            <a:off x="2095500" y="838200"/>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1">
                <a:solidFill>
                  <a:srgbClr val="004AAD"/>
                </a:solidFill>
              </a:defRPr>
            </a:pPr>
            <a:r>
              <a:rPr sz="1500" b="0" i="1">
                <a:solidFill>
                  <a:srgbClr val="004AAD"/>
                </a:solidFill>
              </a:rPr>
              <a:t>Schema shapes the request; permission and policy decide whether it may run.</a:t>
            </a:r>
          </a:p>
        </p:txBody>
      </p:sp>
      <p:sp>
        <p:nvSpPr>
          <p:cNvPr id="3" name="">
            <a:extLst xmlns:a="http://schemas.openxmlformats.org/drawingml/2006/main">
              <a:ext uri="{FF2B5EF4-FFF2-40B4-BE49-F238E27FC236}">
                <a16:creationId xmlns:a16="http://schemas.microsoft.com/office/drawing/2014/main" id="{076E8F95-8267-4F9F-84E0-6ACBD119AA1F}"/>
              </a:ext>
            </a:extLst>
          </p:cNvPr>
          <p:cNvSpPr>
            <a:spLocks xmlns:a="http://schemas.openxmlformats.org/drawingml/2006/main" noGrp="1"/>
          </p:cNvSpPr>
          <p:nvPr/>
        </p:nvSpPr>
        <p:spPr>
          <a:xfrm xmlns:a="http://schemas.openxmlformats.org/drawingml/2006/main">
            <a:off x="457200" y="1162050"/>
            <a:ext cx="11277600" cy="0"/>
          </a:xfrm>
          <a:prstGeom xmlns:a="http://schemas.openxmlformats.org/drawingml/2006/main" prst="line">
            <a:avLst/>
          </a:prstGeom>
          <a:ln xmlns:a="http://schemas.openxmlformats.org/drawingml/2006/main" w="19050">
            <a:solidFill>
              <a:srgbClr val="004AAD"/>
            </a:solidFill>
            <a:prstDash val="solid"/>
          </a:ln>
        </p:spPr>
      </p:sp>
      <p:sp>
        <p:nvSpPr>
          <p:cNvPr id="4" name="">
            <a:extLst xmlns:a="http://schemas.openxmlformats.org/drawingml/2006/main">
              <a:ext uri="{FF2B5EF4-FFF2-40B4-BE49-F238E27FC236}">
                <a16:creationId xmlns:a16="http://schemas.microsoft.com/office/drawing/2014/main" id="{59DC9D45-B76A-4DB0-82AC-D17B23A79BBB}"/>
              </a:ext>
            </a:extLst>
          </p:cNvPr>
          <p:cNvSpPr>
            <a:spLocks xmlns:a="http://schemas.openxmlformats.org/drawingml/2006/main" noGrp="1"/>
          </p:cNvSpPr>
          <p:nvPr/>
        </p:nvSpPr>
        <p:spPr>
          <a:xfrm xmlns:a="http://schemas.openxmlformats.org/drawingml/2006/main">
            <a:off x="552450" y="1809750"/>
            <a:ext cx="1524000" cy="1638300"/>
          </a:xfrm>
          <a:prstGeom xmlns:a="http://schemas.openxmlformats.org/drawingml/2006/main" prst="roundRect">
            <a:avLst>
              <a:gd name="adj" fmla="val 5000"/>
            </a:avLst>
          </a:prstGeom>
          <a:solidFill xmlns:a="http://schemas.openxmlformats.org/drawingml/2006/main">
            <a:srgbClr val="F8FBFF"/>
          </a:solidFill>
          <a:ln xmlns:a="http://schemas.openxmlformats.org/drawingml/2006/main" w="10478">
            <a:solidFill>
              <a:srgbClr val="004AAD"/>
            </a:solidFill>
            <a:prstDash val="solid"/>
          </a:ln>
        </p:spPr>
      </p:sp>
      <p:sp>
        <p:nvSpPr>
          <p:cNvPr id="5" name="">
            <a:extLst xmlns:a="http://schemas.openxmlformats.org/drawingml/2006/main">
              <a:ext uri="{FF2B5EF4-FFF2-40B4-BE49-F238E27FC236}">
                <a16:creationId xmlns:a16="http://schemas.microsoft.com/office/drawing/2014/main" id="{164774E9-87E6-4F4C-9FE0-587198E44247}"/>
              </a:ext>
            </a:extLst>
          </p:cNvPr>
          <p:cNvSpPr>
            <a:spLocks xmlns:a="http://schemas.openxmlformats.org/drawingml/2006/main" noGrp="1"/>
          </p:cNvSpPr>
          <p:nvPr/>
        </p:nvSpPr>
        <p:spPr>
          <a:xfrm xmlns:a="http://schemas.openxmlformats.org/drawingml/2006/main">
            <a:off x="1114425" y="2019300"/>
            <a:ext cx="400050" cy="400050"/>
          </a:xfrm>
          <a:prstGeom xmlns:a="http://schemas.openxmlformats.org/drawingml/2006/main" prst="roundRect">
            <a:avLst>
              <a:gd name="adj" fmla="val 50000"/>
            </a:avLst>
          </a:prstGeom>
          <a:solidFill xmlns:a="http://schemas.openxmlformats.org/drawingml/2006/main">
            <a:srgbClr val="004AAD"/>
          </a:solidFill>
          <a:ln xmlns:a="http://schemas.openxmlformats.org/drawingml/2006/main" w="10478">
            <a:solidFill>
              <a:srgbClr val="004AAD"/>
            </a:solidFill>
            <a:prstDash val="solid"/>
          </a:ln>
        </p:spPr>
      </p:sp>
      <p:sp>
        <p:nvSpPr>
          <p:cNvPr id="6" name="">
            <a:extLst xmlns:a="http://schemas.openxmlformats.org/drawingml/2006/main">
              <a:ext uri="{FF2B5EF4-FFF2-40B4-BE49-F238E27FC236}">
                <a16:creationId xmlns:a16="http://schemas.microsoft.com/office/drawing/2014/main" id="{5C404898-63D9-4217-9925-4565F2C242B2}"/>
              </a:ext>
            </a:extLst>
          </p:cNvPr>
          <p:cNvSpPr>
            <a:spLocks xmlns:a="http://schemas.openxmlformats.org/drawingml/2006/main" noGrp="1"/>
          </p:cNvSpPr>
          <p:nvPr/>
        </p:nvSpPr>
        <p:spPr>
          <a:xfrm xmlns:a="http://schemas.openxmlformats.org/drawingml/2006/main">
            <a:off x="1228725" y="21145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1</a:t>
            </a:r>
          </a:p>
        </p:txBody>
      </p:sp>
      <p:sp>
        <p:nvSpPr>
          <p:cNvPr id="7" name="">
            <a:extLst xmlns:a="http://schemas.openxmlformats.org/drawingml/2006/main">
              <a:ext uri="{FF2B5EF4-FFF2-40B4-BE49-F238E27FC236}">
                <a16:creationId xmlns:a16="http://schemas.microsoft.com/office/drawing/2014/main" id="{539D2B6B-80ED-4A0B-AF6D-F6FA5EBA0A46}"/>
              </a:ext>
            </a:extLst>
          </p:cNvPr>
          <p:cNvSpPr>
            <a:spLocks xmlns:a="http://schemas.openxmlformats.org/drawingml/2006/main" noGrp="1"/>
          </p:cNvSpPr>
          <p:nvPr/>
        </p:nvSpPr>
        <p:spPr>
          <a:xfrm xmlns:a="http://schemas.openxmlformats.org/drawingml/2006/main">
            <a:off x="723900" y="253365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004AAD"/>
                </a:solidFill>
              </a:defRPr>
            </a:pPr>
            <a:r>
              <a:rPr sz="1425" b="1" i="0">
                <a:solidFill>
                  <a:srgbClr val="004AAD"/>
                </a:solidFill>
              </a:rPr>
              <a:t>Proposed</a:t>
            </a:r>
          </a:p>
        </p:txBody>
      </p:sp>
      <p:sp>
        <p:nvSpPr>
          <p:cNvPr id="8" name="">
            <a:extLst xmlns:a="http://schemas.openxmlformats.org/drawingml/2006/main">
              <a:ext uri="{FF2B5EF4-FFF2-40B4-BE49-F238E27FC236}">
                <a16:creationId xmlns:a16="http://schemas.microsoft.com/office/drawing/2014/main" id="{51514B7B-B4B0-459D-8528-199EC74DBF5E}"/>
              </a:ext>
            </a:extLst>
          </p:cNvPr>
          <p:cNvSpPr>
            <a:spLocks xmlns:a="http://schemas.openxmlformats.org/drawingml/2006/main" noGrp="1"/>
          </p:cNvSpPr>
          <p:nvPr/>
        </p:nvSpPr>
        <p:spPr>
          <a:xfrm xmlns:a="http://schemas.openxmlformats.org/drawingml/2006/main">
            <a:off x="742950" y="2819400"/>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model writes</a:t>
            </a:r>
          </a:p>
          <a:p xmlns:a="http://schemas.openxmlformats.org/drawingml/2006/main">
            <a:pPr algn="ctr">
              <a:defRPr sz="1200" b="0" i="0">
                <a:solidFill>
                  <a:srgbClr val="061A45"/>
                </a:solidFill>
              </a:defRPr>
            </a:pPr>
            <a:r>
              <a:rPr sz="1200" b="0" i="0">
                <a:solidFill>
                  <a:srgbClr val="061A45"/>
                </a:solidFill>
              </a:rPr>
              <a:t>structured request</a:t>
            </a:r>
          </a:p>
        </p:txBody>
      </p:sp>
      <p:sp>
        <p:nvSpPr>
          <p:cNvPr id="9" name="">
            <a:extLst xmlns:a="http://schemas.openxmlformats.org/drawingml/2006/main">
              <a:ext uri="{FF2B5EF4-FFF2-40B4-BE49-F238E27FC236}">
                <a16:creationId xmlns:a16="http://schemas.microsoft.com/office/drawing/2014/main" id="{B9FFBE3D-1B22-442C-8414-237A9D056128}"/>
              </a:ext>
            </a:extLst>
          </p:cNvPr>
          <p:cNvSpPr>
            <a:spLocks xmlns:a="http://schemas.openxmlformats.org/drawingml/2006/main" noGrp="1"/>
          </p:cNvSpPr>
          <p:nvPr/>
        </p:nvSpPr>
        <p:spPr>
          <a:xfrm xmlns:a="http://schemas.openxmlformats.org/drawingml/2006/main">
            <a:off x="2133600" y="2524125"/>
            <a:ext cx="285750" cy="0"/>
          </a:xfrm>
          <a:prstGeom xmlns:a="http://schemas.openxmlformats.org/drawingml/2006/main" prst="line">
            <a:avLst/>
          </a:prstGeom>
          <a:ln xmlns:a="http://schemas.openxmlformats.org/drawingml/2006/main" w="19050">
            <a:solidFill>
              <a:srgbClr val="004AAD"/>
            </a:solidFill>
            <a:prstDash val="solid"/>
          </a:ln>
        </p:spPr>
      </p:sp>
      <p:sp>
        <p:nvSpPr>
          <p:cNvPr id="10" name="">
            <a:extLst xmlns:a="http://schemas.openxmlformats.org/drawingml/2006/main">
              <a:ext uri="{FF2B5EF4-FFF2-40B4-BE49-F238E27FC236}">
                <a16:creationId xmlns:a16="http://schemas.microsoft.com/office/drawing/2014/main" id="{2FAA591C-7C0C-4CF6-BDD4-04A68A031574}"/>
              </a:ext>
            </a:extLst>
          </p:cNvPr>
          <p:cNvSpPr>
            <a:spLocks xmlns:a="http://schemas.openxmlformats.org/drawingml/2006/main" noGrp="1"/>
          </p:cNvSpPr>
          <p:nvPr/>
        </p:nvSpPr>
        <p:spPr>
          <a:xfrm xmlns:a="http://schemas.openxmlformats.org/drawingml/2006/main">
            <a:off x="2476500" y="1809750"/>
            <a:ext cx="1524000" cy="1638300"/>
          </a:xfrm>
          <a:prstGeom xmlns:a="http://schemas.openxmlformats.org/drawingml/2006/main" prst="roundRect">
            <a:avLst>
              <a:gd name="adj" fmla="val 5000"/>
            </a:avLst>
          </a:prstGeom>
          <a:solidFill xmlns:a="http://schemas.openxmlformats.org/drawingml/2006/main">
            <a:srgbClr val="EEF6FF"/>
          </a:solidFill>
          <a:ln xmlns:a="http://schemas.openxmlformats.org/drawingml/2006/main" w="10478">
            <a:solidFill>
              <a:srgbClr val="138A43"/>
            </a:solidFill>
            <a:prstDash val="solid"/>
          </a:ln>
        </p:spPr>
      </p:sp>
      <p:sp>
        <p:nvSpPr>
          <p:cNvPr id="11" name="">
            <a:extLst xmlns:a="http://schemas.openxmlformats.org/drawingml/2006/main">
              <a:ext uri="{FF2B5EF4-FFF2-40B4-BE49-F238E27FC236}">
                <a16:creationId xmlns:a16="http://schemas.microsoft.com/office/drawing/2014/main" id="{C6C40BA7-9995-4347-852D-4909FB06461C}"/>
              </a:ext>
            </a:extLst>
          </p:cNvPr>
          <p:cNvSpPr>
            <a:spLocks xmlns:a="http://schemas.openxmlformats.org/drawingml/2006/main" noGrp="1"/>
          </p:cNvSpPr>
          <p:nvPr/>
        </p:nvSpPr>
        <p:spPr>
          <a:xfrm xmlns:a="http://schemas.openxmlformats.org/drawingml/2006/main">
            <a:off x="3038475" y="2019300"/>
            <a:ext cx="400050" cy="400050"/>
          </a:xfrm>
          <a:prstGeom xmlns:a="http://schemas.openxmlformats.org/drawingml/2006/main" prst="roundRect">
            <a:avLst>
              <a:gd name="adj" fmla="val 50000"/>
            </a:avLst>
          </a:prstGeom>
          <a:solidFill xmlns:a="http://schemas.openxmlformats.org/drawingml/2006/main">
            <a:srgbClr val="138A43"/>
          </a:solidFill>
          <a:ln xmlns:a="http://schemas.openxmlformats.org/drawingml/2006/main" w="10478">
            <a:solidFill>
              <a:srgbClr val="138A43"/>
            </a:solidFill>
            <a:prstDash val="solid"/>
          </a:ln>
        </p:spPr>
      </p:sp>
      <p:sp>
        <p:nvSpPr>
          <p:cNvPr id="12" name="">
            <a:extLst xmlns:a="http://schemas.openxmlformats.org/drawingml/2006/main">
              <a:ext uri="{FF2B5EF4-FFF2-40B4-BE49-F238E27FC236}">
                <a16:creationId xmlns:a16="http://schemas.microsoft.com/office/drawing/2014/main" id="{E23ACFCC-BEBA-4FA6-93AA-90C3B951AC30}"/>
              </a:ext>
            </a:extLst>
          </p:cNvPr>
          <p:cNvSpPr>
            <a:spLocks xmlns:a="http://schemas.openxmlformats.org/drawingml/2006/main" noGrp="1"/>
          </p:cNvSpPr>
          <p:nvPr/>
        </p:nvSpPr>
        <p:spPr>
          <a:xfrm xmlns:a="http://schemas.openxmlformats.org/drawingml/2006/main">
            <a:off x="3152775" y="21145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2</a:t>
            </a:r>
          </a:p>
        </p:txBody>
      </p:sp>
      <p:sp>
        <p:nvSpPr>
          <p:cNvPr id="13" name="">
            <a:extLst xmlns:a="http://schemas.openxmlformats.org/drawingml/2006/main">
              <a:ext uri="{FF2B5EF4-FFF2-40B4-BE49-F238E27FC236}">
                <a16:creationId xmlns:a16="http://schemas.microsoft.com/office/drawing/2014/main" id="{D4C6FC44-8EAD-4DB3-B5AD-D4779B9BEBD6}"/>
              </a:ext>
            </a:extLst>
          </p:cNvPr>
          <p:cNvSpPr>
            <a:spLocks xmlns:a="http://schemas.openxmlformats.org/drawingml/2006/main" noGrp="1"/>
          </p:cNvSpPr>
          <p:nvPr/>
        </p:nvSpPr>
        <p:spPr>
          <a:xfrm xmlns:a="http://schemas.openxmlformats.org/drawingml/2006/main">
            <a:off x="2647950" y="253365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138A43"/>
                </a:solidFill>
              </a:defRPr>
            </a:pPr>
            <a:r>
              <a:rPr sz="1425" b="1" i="0">
                <a:solidFill>
                  <a:srgbClr val="138A43"/>
                </a:solidFill>
              </a:rPr>
              <a:t>Parsed</a:t>
            </a:r>
          </a:p>
        </p:txBody>
      </p:sp>
      <p:sp>
        <p:nvSpPr>
          <p:cNvPr id="14" name="">
            <a:extLst xmlns:a="http://schemas.openxmlformats.org/drawingml/2006/main">
              <a:ext uri="{FF2B5EF4-FFF2-40B4-BE49-F238E27FC236}">
                <a16:creationId xmlns:a16="http://schemas.microsoft.com/office/drawing/2014/main" id="{FF79362C-F540-48FD-A669-895ECAB5FEAA}"/>
              </a:ext>
            </a:extLst>
          </p:cNvPr>
          <p:cNvSpPr>
            <a:spLocks xmlns:a="http://schemas.openxmlformats.org/drawingml/2006/main" noGrp="1"/>
          </p:cNvSpPr>
          <p:nvPr/>
        </p:nvSpPr>
        <p:spPr>
          <a:xfrm xmlns:a="http://schemas.openxmlformats.org/drawingml/2006/main">
            <a:off x="2667000" y="2819400"/>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runtime reads</a:t>
            </a:r>
          </a:p>
          <a:p xmlns:a="http://schemas.openxmlformats.org/drawingml/2006/main">
            <a:pPr algn="ctr">
              <a:defRPr sz="1200" b="0" i="0">
                <a:solidFill>
                  <a:srgbClr val="061A45"/>
                </a:solidFill>
              </a:defRPr>
            </a:pPr>
            <a:r>
              <a:rPr sz="1200" b="0" i="0">
                <a:solidFill>
                  <a:srgbClr val="061A45"/>
                </a:solidFill>
              </a:rPr>
              <a:t>the request</a:t>
            </a:r>
          </a:p>
        </p:txBody>
      </p:sp>
      <p:sp>
        <p:nvSpPr>
          <p:cNvPr id="15" name="">
            <a:extLst xmlns:a="http://schemas.openxmlformats.org/drawingml/2006/main">
              <a:ext uri="{FF2B5EF4-FFF2-40B4-BE49-F238E27FC236}">
                <a16:creationId xmlns:a16="http://schemas.microsoft.com/office/drawing/2014/main" id="{24AEF53F-0C6E-42CE-9A21-386D9C9CC650}"/>
              </a:ext>
            </a:extLst>
          </p:cNvPr>
          <p:cNvSpPr>
            <a:spLocks xmlns:a="http://schemas.openxmlformats.org/drawingml/2006/main" noGrp="1"/>
          </p:cNvSpPr>
          <p:nvPr/>
        </p:nvSpPr>
        <p:spPr>
          <a:xfrm xmlns:a="http://schemas.openxmlformats.org/drawingml/2006/main">
            <a:off x="4057650" y="2524125"/>
            <a:ext cx="285750" cy="0"/>
          </a:xfrm>
          <a:prstGeom xmlns:a="http://schemas.openxmlformats.org/drawingml/2006/main" prst="line">
            <a:avLst/>
          </a:prstGeom>
          <a:ln xmlns:a="http://schemas.openxmlformats.org/drawingml/2006/main" w="19050">
            <a:solidFill>
              <a:srgbClr val="004AAD"/>
            </a:solidFill>
            <a:prstDash val="solid"/>
          </a:ln>
        </p:spPr>
      </p:sp>
      <p:sp>
        <p:nvSpPr>
          <p:cNvPr id="16" name="">
            <a:extLst xmlns:a="http://schemas.openxmlformats.org/drawingml/2006/main">
              <a:ext uri="{FF2B5EF4-FFF2-40B4-BE49-F238E27FC236}">
                <a16:creationId xmlns:a16="http://schemas.microsoft.com/office/drawing/2014/main" id="{BBB74BD0-4337-4582-B1C1-9EFA34CEFE9A}"/>
              </a:ext>
            </a:extLst>
          </p:cNvPr>
          <p:cNvSpPr>
            <a:spLocks xmlns:a="http://schemas.openxmlformats.org/drawingml/2006/main" noGrp="1"/>
          </p:cNvSpPr>
          <p:nvPr/>
        </p:nvSpPr>
        <p:spPr>
          <a:xfrm xmlns:a="http://schemas.openxmlformats.org/drawingml/2006/main">
            <a:off x="4400550" y="1809750"/>
            <a:ext cx="1524000" cy="1638300"/>
          </a:xfrm>
          <a:prstGeom xmlns:a="http://schemas.openxmlformats.org/drawingml/2006/main" prst="roundRect">
            <a:avLst>
              <a:gd name="adj" fmla="val 5000"/>
            </a:avLst>
          </a:prstGeom>
          <a:solidFill xmlns:a="http://schemas.openxmlformats.org/drawingml/2006/main">
            <a:srgbClr val="F8FBFF"/>
          </a:solidFill>
          <a:ln xmlns:a="http://schemas.openxmlformats.org/drawingml/2006/main" w="10478">
            <a:solidFill>
              <a:srgbClr val="D88A00"/>
            </a:solidFill>
            <a:prstDash val="solid"/>
          </a:ln>
        </p:spPr>
      </p:sp>
      <p:sp>
        <p:nvSpPr>
          <p:cNvPr id="17" name="">
            <a:extLst xmlns:a="http://schemas.openxmlformats.org/drawingml/2006/main">
              <a:ext uri="{FF2B5EF4-FFF2-40B4-BE49-F238E27FC236}">
                <a16:creationId xmlns:a16="http://schemas.microsoft.com/office/drawing/2014/main" id="{3C9F700C-8702-477D-B9B4-4AF089B8C1C2}"/>
              </a:ext>
            </a:extLst>
          </p:cNvPr>
          <p:cNvSpPr>
            <a:spLocks xmlns:a="http://schemas.openxmlformats.org/drawingml/2006/main" noGrp="1"/>
          </p:cNvSpPr>
          <p:nvPr/>
        </p:nvSpPr>
        <p:spPr>
          <a:xfrm xmlns:a="http://schemas.openxmlformats.org/drawingml/2006/main">
            <a:off x="4962525" y="2019300"/>
            <a:ext cx="400050" cy="400050"/>
          </a:xfrm>
          <a:prstGeom xmlns:a="http://schemas.openxmlformats.org/drawingml/2006/main" prst="roundRect">
            <a:avLst>
              <a:gd name="adj" fmla="val 50000"/>
            </a:avLst>
          </a:prstGeom>
          <a:solidFill xmlns:a="http://schemas.openxmlformats.org/drawingml/2006/main">
            <a:srgbClr val="D88A00"/>
          </a:solidFill>
          <a:ln xmlns:a="http://schemas.openxmlformats.org/drawingml/2006/main" w="10478">
            <a:solidFill>
              <a:srgbClr val="D88A00"/>
            </a:solidFill>
            <a:prstDash val="solid"/>
          </a:ln>
        </p:spPr>
      </p:sp>
      <p:sp>
        <p:nvSpPr>
          <p:cNvPr id="18" name="">
            <a:extLst xmlns:a="http://schemas.openxmlformats.org/drawingml/2006/main">
              <a:ext uri="{FF2B5EF4-FFF2-40B4-BE49-F238E27FC236}">
                <a16:creationId xmlns:a16="http://schemas.microsoft.com/office/drawing/2014/main" id="{9FA09CF1-1AB9-46E0-A16C-F350FF83D149}"/>
              </a:ext>
            </a:extLst>
          </p:cNvPr>
          <p:cNvSpPr>
            <a:spLocks xmlns:a="http://schemas.openxmlformats.org/drawingml/2006/main" noGrp="1"/>
          </p:cNvSpPr>
          <p:nvPr/>
        </p:nvSpPr>
        <p:spPr>
          <a:xfrm xmlns:a="http://schemas.openxmlformats.org/drawingml/2006/main">
            <a:off x="5076825" y="21145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3</a:t>
            </a:r>
          </a:p>
        </p:txBody>
      </p:sp>
      <p:sp>
        <p:nvSpPr>
          <p:cNvPr id="19" name="">
            <a:extLst xmlns:a="http://schemas.openxmlformats.org/drawingml/2006/main">
              <a:ext uri="{FF2B5EF4-FFF2-40B4-BE49-F238E27FC236}">
                <a16:creationId xmlns:a16="http://schemas.microsoft.com/office/drawing/2014/main" id="{7D116F5D-E581-4036-AE77-68932A7B5EFF}"/>
              </a:ext>
            </a:extLst>
          </p:cNvPr>
          <p:cNvSpPr>
            <a:spLocks xmlns:a="http://schemas.openxmlformats.org/drawingml/2006/main" noGrp="1"/>
          </p:cNvSpPr>
          <p:nvPr/>
        </p:nvSpPr>
        <p:spPr>
          <a:xfrm xmlns:a="http://schemas.openxmlformats.org/drawingml/2006/main">
            <a:off x="4572000" y="253365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D88A00"/>
                </a:solidFill>
              </a:defRPr>
            </a:pPr>
            <a:r>
              <a:rPr sz="1425" b="1" i="0">
                <a:solidFill>
                  <a:srgbClr val="D88A00"/>
                </a:solidFill>
              </a:rPr>
              <a:t>Validated</a:t>
            </a:r>
          </a:p>
        </p:txBody>
      </p:sp>
      <p:sp>
        <p:nvSpPr>
          <p:cNvPr id="20" name="">
            <a:extLst xmlns:a="http://schemas.openxmlformats.org/drawingml/2006/main">
              <a:ext uri="{FF2B5EF4-FFF2-40B4-BE49-F238E27FC236}">
                <a16:creationId xmlns:a16="http://schemas.microsoft.com/office/drawing/2014/main" id="{2D1747B4-877E-4D9C-8CEE-C64A1F7486F0}"/>
              </a:ext>
            </a:extLst>
          </p:cNvPr>
          <p:cNvSpPr>
            <a:spLocks xmlns:a="http://schemas.openxmlformats.org/drawingml/2006/main" noGrp="1"/>
          </p:cNvSpPr>
          <p:nvPr/>
        </p:nvSpPr>
        <p:spPr>
          <a:xfrm xmlns:a="http://schemas.openxmlformats.org/drawingml/2006/main">
            <a:off x="4591050" y="2819400"/>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schema, policy,</a:t>
            </a:r>
          </a:p>
          <a:p xmlns:a="http://schemas.openxmlformats.org/drawingml/2006/main">
            <a:pPr algn="ctr">
              <a:defRPr sz="1200" b="0" i="0">
                <a:solidFill>
                  <a:srgbClr val="061A45"/>
                </a:solidFill>
              </a:defRPr>
            </a:pPr>
            <a:r>
              <a:rPr sz="1200" b="0" i="0">
                <a:solidFill>
                  <a:srgbClr val="061A45"/>
                </a:solidFill>
              </a:rPr>
              <a:t>permission</a:t>
            </a:r>
          </a:p>
        </p:txBody>
      </p:sp>
      <p:sp>
        <p:nvSpPr>
          <p:cNvPr id="21" name="">
            <a:extLst xmlns:a="http://schemas.openxmlformats.org/drawingml/2006/main">
              <a:ext uri="{FF2B5EF4-FFF2-40B4-BE49-F238E27FC236}">
                <a16:creationId xmlns:a16="http://schemas.microsoft.com/office/drawing/2014/main" id="{2852778C-A321-48D4-801E-E7F06BD94BEB}"/>
              </a:ext>
            </a:extLst>
          </p:cNvPr>
          <p:cNvSpPr>
            <a:spLocks xmlns:a="http://schemas.openxmlformats.org/drawingml/2006/main" noGrp="1"/>
          </p:cNvSpPr>
          <p:nvPr/>
        </p:nvSpPr>
        <p:spPr>
          <a:xfrm xmlns:a="http://schemas.openxmlformats.org/drawingml/2006/main">
            <a:off x="5981700" y="2524125"/>
            <a:ext cx="285750" cy="0"/>
          </a:xfrm>
          <a:prstGeom xmlns:a="http://schemas.openxmlformats.org/drawingml/2006/main" prst="line">
            <a:avLst/>
          </a:prstGeom>
          <a:ln xmlns:a="http://schemas.openxmlformats.org/drawingml/2006/main" w="19050">
            <a:solidFill>
              <a:srgbClr val="004AAD"/>
            </a:solidFill>
            <a:prstDash val="solid"/>
          </a:ln>
        </p:spPr>
      </p:sp>
      <p:sp>
        <p:nvSpPr>
          <p:cNvPr id="22" name="">
            <a:extLst xmlns:a="http://schemas.openxmlformats.org/drawingml/2006/main">
              <a:ext uri="{FF2B5EF4-FFF2-40B4-BE49-F238E27FC236}">
                <a16:creationId xmlns:a16="http://schemas.microsoft.com/office/drawing/2014/main" id="{04FC22CA-D5A2-4DA0-A4A7-D8250C90E74D}"/>
              </a:ext>
            </a:extLst>
          </p:cNvPr>
          <p:cNvSpPr>
            <a:spLocks xmlns:a="http://schemas.openxmlformats.org/drawingml/2006/main" noGrp="1"/>
          </p:cNvSpPr>
          <p:nvPr/>
        </p:nvSpPr>
        <p:spPr>
          <a:xfrm xmlns:a="http://schemas.openxmlformats.org/drawingml/2006/main">
            <a:off x="6324600" y="1809750"/>
            <a:ext cx="1524000" cy="1638300"/>
          </a:xfrm>
          <a:prstGeom xmlns:a="http://schemas.openxmlformats.org/drawingml/2006/main" prst="roundRect">
            <a:avLst>
              <a:gd name="adj" fmla="val 5000"/>
            </a:avLst>
          </a:prstGeom>
          <a:solidFill xmlns:a="http://schemas.openxmlformats.org/drawingml/2006/main">
            <a:srgbClr val="EEF6FF"/>
          </a:solidFill>
          <a:ln xmlns:a="http://schemas.openxmlformats.org/drawingml/2006/main" w="10478">
            <a:solidFill>
              <a:srgbClr val="6B4AA1"/>
            </a:solidFill>
            <a:prstDash val="solid"/>
          </a:ln>
        </p:spPr>
      </p:sp>
      <p:sp>
        <p:nvSpPr>
          <p:cNvPr id="23" name="">
            <a:extLst xmlns:a="http://schemas.openxmlformats.org/drawingml/2006/main">
              <a:ext uri="{FF2B5EF4-FFF2-40B4-BE49-F238E27FC236}">
                <a16:creationId xmlns:a16="http://schemas.microsoft.com/office/drawing/2014/main" id="{7E9B7D42-8A86-4B7B-9E3F-5CB7E73C50BD}"/>
              </a:ext>
            </a:extLst>
          </p:cNvPr>
          <p:cNvSpPr>
            <a:spLocks xmlns:a="http://schemas.openxmlformats.org/drawingml/2006/main" noGrp="1"/>
          </p:cNvSpPr>
          <p:nvPr/>
        </p:nvSpPr>
        <p:spPr>
          <a:xfrm xmlns:a="http://schemas.openxmlformats.org/drawingml/2006/main">
            <a:off x="6886575" y="2019300"/>
            <a:ext cx="400050" cy="400050"/>
          </a:xfrm>
          <a:prstGeom xmlns:a="http://schemas.openxmlformats.org/drawingml/2006/main" prst="roundRect">
            <a:avLst>
              <a:gd name="adj" fmla="val 50000"/>
            </a:avLst>
          </a:prstGeom>
          <a:solidFill xmlns:a="http://schemas.openxmlformats.org/drawingml/2006/main">
            <a:srgbClr val="6B4AA1"/>
          </a:solidFill>
          <a:ln xmlns:a="http://schemas.openxmlformats.org/drawingml/2006/main" w="10478">
            <a:solidFill>
              <a:srgbClr val="6B4AA1"/>
            </a:solidFill>
            <a:prstDash val="solid"/>
          </a:ln>
        </p:spPr>
      </p:sp>
      <p:sp>
        <p:nvSpPr>
          <p:cNvPr id="24" name="">
            <a:extLst xmlns:a="http://schemas.openxmlformats.org/drawingml/2006/main">
              <a:ext uri="{FF2B5EF4-FFF2-40B4-BE49-F238E27FC236}">
                <a16:creationId xmlns:a16="http://schemas.microsoft.com/office/drawing/2014/main" id="{E157B333-1AAB-4863-9587-639A4A4E82CB}"/>
              </a:ext>
            </a:extLst>
          </p:cNvPr>
          <p:cNvSpPr>
            <a:spLocks xmlns:a="http://schemas.openxmlformats.org/drawingml/2006/main" noGrp="1"/>
          </p:cNvSpPr>
          <p:nvPr/>
        </p:nvSpPr>
        <p:spPr>
          <a:xfrm xmlns:a="http://schemas.openxmlformats.org/drawingml/2006/main">
            <a:off x="7000875" y="21145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4</a:t>
            </a:r>
          </a:p>
        </p:txBody>
      </p:sp>
      <p:sp>
        <p:nvSpPr>
          <p:cNvPr id="25" name="">
            <a:extLst xmlns:a="http://schemas.openxmlformats.org/drawingml/2006/main">
              <a:ext uri="{FF2B5EF4-FFF2-40B4-BE49-F238E27FC236}">
                <a16:creationId xmlns:a16="http://schemas.microsoft.com/office/drawing/2014/main" id="{3EE5C787-A22F-426F-ACD5-313D2A7F3CB6}"/>
              </a:ext>
            </a:extLst>
          </p:cNvPr>
          <p:cNvSpPr>
            <a:spLocks xmlns:a="http://schemas.openxmlformats.org/drawingml/2006/main" noGrp="1"/>
          </p:cNvSpPr>
          <p:nvPr/>
        </p:nvSpPr>
        <p:spPr>
          <a:xfrm xmlns:a="http://schemas.openxmlformats.org/drawingml/2006/main">
            <a:off x="6496050" y="253365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6B4AA1"/>
                </a:solidFill>
              </a:defRPr>
            </a:pPr>
            <a:r>
              <a:rPr sz="1425" b="1" i="0">
                <a:solidFill>
                  <a:srgbClr val="6B4AA1"/>
                </a:solidFill>
              </a:rPr>
              <a:t>Executed</a:t>
            </a:r>
          </a:p>
        </p:txBody>
      </p:sp>
      <p:sp>
        <p:nvSpPr>
          <p:cNvPr id="26" name="">
            <a:extLst xmlns:a="http://schemas.openxmlformats.org/drawingml/2006/main">
              <a:ext uri="{FF2B5EF4-FFF2-40B4-BE49-F238E27FC236}">
                <a16:creationId xmlns:a16="http://schemas.microsoft.com/office/drawing/2014/main" id="{BDE71258-21C2-4784-B9B8-F171D84A8723}"/>
              </a:ext>
            </a:extLst>
          </p:cNvPr>
          <p:cNvSpPr>
            <a:spLocks xmlns:a="http://schemas.openxmlformats.org/drawingml/2006/main" noGrp="1"/>
          </p:cNvSpPr>
          <p:nvPr/>
        </p:nvSpPr>
        <p:spPr>
          <a:xfrm xmlns:a="http://schemas.openxmlformats.org/drawingml/2006/main">
            <a:off x="6515100" y="2819400"/>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tool/API runs</a:t>
            </a:r>
          </a:p>
          <a:p xmlns:a="http://schemas.openxmlformats.org/drawingml/2006/main">
            <a:pPr algn="ctr">
              <a:defRPr sz="1200" b="0" i="0">
                <a:solidFill>
                  <a:srgbClr val="061A45"/>
                </a:solidFill>
              </a:defRPr>
            </a:pPr>
            <a:r>
              <a:rPr sz="1200" b="0" i="0">
                <a:solidFill>
                  <a:srgbClr val="061A45"/>
                </a:solidFill>
              </a:rPr>
              <a:t>outside model</a:t>
            </a:r>
          </a:p>
        </p:txBody>
      </p:sp>
      <p:sp>
        <p:nvSpPr>
          <p:cNvPr id="27" name="">
            <a:extLst xmlns:a="http://schemas.openxmlformats.org/drawingml/2006/main">
              <a:ext uri="{FF2B5EF4-FFF2-40B4-BE49-F238E27FC236}">
                <a16:creationId xmlns:a16="http://schemas.microsoft.com/office/drawing/2014/main" id="{215E213F-2402-4F2C-81CA-4F660E0E5BB8}"/>
              </a:ext>
            </a:extLst>
          </p:cNvPr>
          <p:cNvSpPr>
            <a:spLocks xmlns:a="http://schemas.openxmlformats.org/drawingml/2006/main" noGrp="1"/>
          </p:cNvSpPr>
          <p:nvPr/>
        </p:nvSpPr>
        <p:spPr>
          <a:xfrm xmlns:a="http://schemas.openxmlformats.org/drawingml/2006/main">
            <a:off x="7905750" y="2524125"/>
            <a:ext cx="285750" cy="0"/>
          </a:xfrm>
          <a:prstGeom xmlns:a="http://schemas.openxmlformats.org/drawingml/2006/main" prst="line">
            <a:avLst/>
          </a:prstGeom>
          <a:ln xmlns:a="http://schemas.openxmlformats.org/drawingml/2006/main" w="19050">
            <a:solidFill>
              <a:srgbClr val="004AAD"/>
            </a:solidFill>
            <a:prstDash val="solid"/>
          </a:ln>
        </p:spPr>
      </p:sp>
      <p:sp>
        <p:nvSpPr>
          <p:cNvPr id="28" name="">
            <a:extLst xmlns:a="http://schemas.openxmlformats.org/drawingml/2006/main">
              <a:ext uri="{FF2B5EF4-FFF2-40B4-BE49-F238E27FC236}">
                <a16:creationId xmlns:a16="http://schemas.microsoft.com/office/drawing/2014/main" id="{B8C87951-3336-4B3A-8DA9-30D1488BFFD5}"/>
              </a:ext>
            </a:extLst>
          </p:cNvPr>
          <p:cNvSpPr>
            <a:spLocks xmlns:a="http://schemas.openxmlformats.org/drawingml/2006/main" noGrp="1"/>
          </p:cNvSpPr>
          <p:nvPr/>
        </p:nvSpPr>
        <p:spPr>
          <a:xfrm xmlns:a="http://schemas.openxmlformats.org/drawingml/2006/main">
            <a:off x="8248650" y="1809750"/>
            <a:ext cx="1524000" cy="1638300"/>
          </a:xfrm>
          <a:prstGeom xmlns:a="http://schemas.openxmlformats.org/drawingml/2006/main" prst="roundRect">
            <a:avLst>
              <a:gd name="adj" fmla="val 5000"/>
            </a:avLst>
          </a:prstGeom>
          <a:solidFill xmlns:a="http://schemas.openxmlformats.org/drawingml/2006/main">
            <a:srgbClr val="F8FBFF"/>
          </a:solidFill>
          <a:ln xmlns:a="http://schemas.openxmlformats.org/drawingml/2006/main" w="10478">
            <a:solidFill>
              <a:srgbClr val="138A43"/>
            </a:solidFill>
            <a:prstDash val="solid"/>
          </a:ln>
        </p:spPr>
      </p:sp>
      <p:sp>
        <p:nvSpPr>
          <p:cNvPr id="29" name="">
            <a:extLst xmlns:a="http://schemas.openxmlformats.org/drawingml/2006/main">
              <a:ext uri="{FF2B5EF4-FFF2-40B4-BE49-F238E27FC236}">
                <a16:creationId xmlns:a16="http://schemas.microsoft.com/office/drawing/2014/main" id="{45E62462-8F29-42F3-9E11-C927715A2F9E}"/>
              </a:ext>
            </a:extLst>
          </p:cNvPr>
          <p:cNvSpPr>
            <a:spLocks xmlns:a="http://schemas.openxmlformats.org/drawingml/2006/main" noGrp="1"/>
          </p:cNvSpPr>
          <p:nvPr/>
        </p:nvSpPr>
        <p:spPr>
          <a:xfrm xmlns:a="http://schemas.openxmlformats.org/drawingml/2006/main">
            <a:off x="8810625" y="2019300"/>
            <a:ext cx="400050" cy="400050"/>
          </a:xfrm>
          <a:prstGeom xmlns:a="http://schemas.openxmlformats.org/drawingml/2006/main" prst="roundRect">
            <a:avLst>
              <a:gd name="adj" fmla="val 50000"/>
            </a:avLst>
          </a:prstGeom>
          <a:solidFill xmlns:a="http://schemas.openxmlformats.org/drawingml/2006/main">
            <a:srgbClr val="138A43"/>
          </a:solidFill>
          <a:ln xmlns:a="http://schemas.openxmlformats.org/drawingml/2006/main" w="10478">
            <a:solidFill>
              <a:srgbClr val="138A43"/>
            </a:solidFill>
            <a:prstDash val="solid"/>
          </a:ln>
        </p:spPr>
      </p:sp>
      <p:sp>
        <p:nvSpPr>
          <p:cNvPr id="30" name="">
            <a:extLst xmlns:a="http://schemas.openxmlformats.org/drawingml/2006/main">
              <a:ext uri="{FF2B5EF4-FFF2-40B4-BE49-F238E27FC236}">
                <a16:creationId xmlns:a16="http://schemas.microsoft.com/office/drawing/2014/main" id="{D0FCCAE1-BF27-4CE5-9132-C85D307AA182}"/>
              </a:ext>
            </a:extLst>
          </p:cNvPr>
          <p:cNvSpPr>
            <a:spLocks xmlns:a="http://schemas.openxmlformats.org/drawingml/2006/main" noGrp="1"/>
          </p:cNvSpPr>
          <p:nvPr/>
        </p:nvSpPr>
        <p:spPr>
          <a:xfrm xmlns:a="http://schemas.openxmlformats.org/drawingml/2006/main">
            <a:off x="8924925" y="21145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5</a:t>
            </a:r>
          </a:p>
        </p:txBody>
      </p:sp>
      <p:sp>
        <p:nvSpPr>
          <p:cNvPr id="31" name="">
            <a:extLst xmlns:a="http://schemas.openxmlformats.org/drawingml/2006/main">
              <a:ext uri="{FF2B5EF4-FFF2-40B4-BE49-F238E27FC236}">
                <a16:creationId xmlns:a16="http://schemas.microsoft.com/office/drawing/2014/main" id="{C77DF57A-3835-4ED4-860A-EB6343F97BB9}"/>
              </a:ext>
            </a:extLst>
          </p:cNvPr>
          <p:cNvSpPr>
            <a:spLocks xmlns:a="http://schemas.openxmlformats.org/drawingml/2006/main" noGrp="1"/>
          </p:cNvSpPr>
          <p:nvPr/>
        </p:nvSpPr>
        <p:spPr>
          <a:xfrm xmlns:a="http://schemas.openxmlformats.org/drawingml/2006/main">
            <a:off x="8420100" y="253365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138A43"/>
                </a:solidFill>
              </a:defRPr>
            </a:pPr>
            <a:r>
              <a:rPr sz="1425" b="1" i="0">
                <a:solidFill>
                  <a:srgbClr val="138A43"/>
                </a:solidFill>
              </a:rPr>
              <a:t>Observed</a:t>
            </a:r>
          </a:p>
        </p:txBody>
      </p:sp>
      <p:sp>
        <p:nvSpPr>
          <p:cNvPr id="32" name="">
            <a:extLst xmlns:a="http://schemas.openxmlformats.org/drawingml/2006/main">
              <a:ext uri="{FF2B5EF4-FFF2-40B4-BE49-F238E27FC236}">
                <a16:creationId xmlns:a16="http://schemas.microsoft.com/office/drawing/2014/main" id="{64AD35D2-47FA-4211-A9B5-C09AD16F7843}"/>
              </a:ext>
            </a:extLst>
          </p:cNvPr>
          <p:cNvSpPr>
            <a:spLocks xmlns:a="http://schemas.openxmlformats.org/drawingml/2006/main" noGrp="1"/>
          </p:cNvSpPr>
          <p:nvPr/>
        </p:nvSpPr>
        <p:spPr>
          <a:xfrm xmlns:a="http://schemas.openxmlformats.org/drawingml/2006/main">
            <a:off x="8439150" y="2819400"/>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result written</a:t>
            </a:r>
          </a:p>
          <a:p xmlns:a="http://schemas.openxmlformats.org/drawingml/2006/main">
            <a:pPr algn="ctr">
              <a:defRPr sz="1200" b="0" i="0">
                <a:solidFill>
                  <a:srgbClr val="061A45"/>
                </a:solidFill>
              </a:defRPr>
            </a:pPr>
            <a:r>
              <a:rPr sz="1200" b="0" i="0">
                <a:solidFill>
                  <a:srgbClr val="061A45"/>
                </a:solidFill>
              </a:rPr>
              <a:t>back to paper</a:t>
            </a:r>
          </a:p>
        </p:txBody>
      </p:sp>
      <p:sp>
        <p:nvSpPr>
          <p:cNvPr id="33" name="">
            <a:extLst xmlns:a="http://schemas.openxmlformats.org/drawingml/2006/main">
              <a:ext uri="{FF2B5EF4-FFF2-40B4-BE49-F238E27FC236}">
                <a16:creationId xmlns:a16="http://schemas.microsoft.com/office/drawing/2014/main" id="{A3E28EDE-F4B1-4079-A928-E4E6578B0AC5}"/>
              </a:ext>
            </a:extLst>
          </p:cNvPr>
          <p:cNvSpPr>
            <a:spLocks xmlns:a="http://schemas.openxmlformats.org/drawingml/2006/main" noGrp="1"/>
          </p:cNvSpPr>
          <p:nvPr/>
        </p:nvSpPr>
        <p:spPr>
          <a:xfrm xmlns:a="http://schemas.openxmlformats.org/drawingml/2006/main">
            <a:off x="9829800" y="2524125"/>
            <a:ext cx="285750" cy="0"/>
          </a:xfrm>
          <a:prstGeom xmlns:a="http://schemas.openxmlformats.org/drawingml/2006/main" prst="line">
            <a:avLst/>
          </a:prstGeom>
          <a:ln xmlns:a="http://schemas.openxmlformats.org/drawingml/2006/main" w="19050">
            <a:solidFill>
              <a:srgbClr val="004AAD"/>
            </a:solidFill>
            <a:prstDash val="solid"/>
          </a:ln>
        </p:spPr>
      </p:sp>
      <p:sp>
        <p:nvSpPr>
          <p:cNvPr id="34" name="">
            <a:extLst xmlns:a="http://schemas.openxmlformats.org/drawingml/2006/main">
              <a:ext uri="{FF2B5EF4-FFF2-40B4-BE49-F238E27FC236}">
                <a16:creationId xmlns:a16="http://schemas.microsoft.com/office/drawing/2014/main" id="{B41F8BFC-9B17-4AC1-B277-41B3FEC70E0F}"/>
              </a:ext>
            </a:extLst>
          </p:cNvPr>
          <p:cNvSpPr>
            <a:spLocks xmlns:a="http://schemas.openxmlformats.org/drawingml/2006/main" noGrp="1"/>
          </p:cNvSpPr>
          <p:nvPr/>
        </p:nvSpPr>
        <p:spPr>
          <a:xfrm xmlns:a="http://schemas.openxmlformats.org/drawingml/2006/main">
            <a:off x="10172700" y="1809750"/>
            <a:ext cx="1524000" cy="1638300"/>
          </a:xfrm>
          <a:prstGeom xmlns:a="http://schemas.openxmlformats.org/drawingml/2006/main" prst="roundRect">
            <a:avLst>
              <a:gd name="adj" fmla="val 5000"/>
            </a:avLst>
          </a:prstGeom>
          <a:solidFill xmlns:a="http://schemas.openxmlformats.org/drawingml/2006/main">
            <a:srgbClr val="EEF6FF"/>
          </a:solidFill>
          <a:ln xmlns:a="http://schemas.openxmlformats.org/drawingml/2006/main" w="10478">
            <a:solidFill>
              <a:srgbClr val="004AAD"/>
            </a:solidFill>
            <a:prstDash val="solid"/>
          </a:ln>
        </p:spPr>
      </p:sp>
      <p:sp>
        <p:nvSpPr>
          <p:cNvPr id="35" name="">
            <a:extLst xmlns:a="http://schemas.openxmlformats.org/drawingml/2006/main">
              <a:ext uri="{FF2B5EF4-FFF2-40B4-BE49-F238E27FC236}">
                <a16:creationId xmlns:a16="http://schemas.microsoft.com/office/drawing/2014/main" id="{46D100E9-B595-4A47-B8D7-760C7D0349B9}"/>
              </a:ext>
            </a:extLst>
          </p:cNvPr>
          <p:cNvSpPr>
            <a:spLocks xmlns:a="http://schemas.openxmlformats.org/drawingml/2006/main" noGrp="1"/>
          </p:cNvSpPr>
          <p:nvPr/>
        </p:nvSpPr>
        <p:spPr>
          <a:xfrm xmlns:a="http://schemas.openxmlformats.org/drawingml/2006/main">
            <a:off x="10734675" y="2019300"/>
            <a:ext cx="400050" cy="400050"/>
          </a:xfrm>
          <a:prstGeom xmlns:a="http://schemas.openxmlformats.org/drawingml/2006/main" prst="roundRect">
            <a:avLst>
              <a:gd name="adj" fmla="val 50000"/>
            </a:avLst>
          </a:prstGeom>
          <a:solidFill xmlns:a="http://schemas.openxmlformats.org/drawingml/2006/main">
            <a:srgbClr val="004AAD"/>
          </a:solidFill>
          <a:ln xmlns:a="http://schemas.openxmlformats.org/drawingml/2006/main" w="10478">
            <a:solidFill>
              <a:srgbClr val="004AAD"/>
            </a:solidFill>
            <a:prstDash val="solid"/>
          </a:ln>
        </p:spPr>
      </p:sp>
      <p:sp>
        <p:nvSpPr>
          <p:cNvPr id="36" name="">
            <a:extLst xmlns:a="http://schemas.openxmlformats.org/drawingml/2006/main">
              <a:ext uri="{FF2B5EF4-FFF2-40B4-BE49-F238E27FC236}">
                <a16:creationId xmlns:a16="http://schemas.microsoft.com/office/drawing/2014/main" id="{817A3746-2904-4CB0-9F85-B80DC930DA7B}"/>
              </a:ext>
            </a:extLst>
          </p:cNvPr>
          <p:cNvSpPr>
            <a:spLocks xmlns:a="http://schemas.openxmlformats.org/drawingml/2006/main" noGrp="1"/>
          </p:cNvSpPr>
          <p:nvPr/>
        </p:nvSpPr>
        <p:spPr>
          <a:xfrm xmlns:a="http://schemas.openxmlformats.org/drawingml/2006/main">
            <a:off x="10848975" y="21145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6</a:t>
            </a:r>
          </a:p>
        </p:txBody>
      </p:sp>
      <p:sp>
        <p:nvSpPr>
          <p:cNvPr id="37" name="">
            <a:extLst xmlns:a="http://schemas.openxmlformats.org/drawingml/2006/main">
              <a:ext uri="{FF2B5EF4-FFF2-40B4-BE49-F238E27FC236}">
                <a16:creationId xmlns:a16="http://schemas.microsoft.com/office/drawing/2014/main" id="{E1715A90-3F0B-4576-89CE-D2AAC0FCB001}"/>
              </a:ext>
            </a:extLst>
          </p:cNvPr>
          <p:cNvSpPr>
            <a:spLocks xmlns:a="http://schemas.openxmlformats.org/drawingml/2006/main" noGrp="1"/>
          </p:cNvSpPr>
          <p:nvPr/>
        </p:nvSpPr>
        <p:spPr>
          <a:xfrm xmlns:a="http://schemas.openxmlformats.org/drawingml/2006/main">
            <a:off x="10344150" y="253365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004AAD"/>
                </a:solidFill>
              </a:defRPr>
            </a:pPr>
            <a:r>
              <a:rPr sz="1425" b="1" i="0">
                <a:solidFill>
                  <a:srgbClr val="004AAD"/>
                </a:solidFill>
              </a:rPr>
              <a:t>Answered</a:t>
            </a:r>
          </a:p>
        </p:txBody>
      </p:sp>
      <p:sp>
        <p:nvSpPr>
          <p:cNvPr id="38" name="">
            <a:extLst xmlns:a="http://schemas.openxmlformats.org/drawingml/2006/main">
              <a:ext uri="{FF2B5EF4-FFF2-40B4-BE49-F238E27FC236}">
                <a16:creationId xmlns:a16="http://schemas.microsoft.com/office/drawing/2014/main" id="{20545D8A-55CD-44AE-AB2B-3A05FBE9136B}"/>
              </a:ext>
            </a:extLst>
          </p:cNvPr>
          <p:cNvSpPr>
            <a:spLocks xmlns:a="http://schemas.openxmlformats.org/drawingml/2006/main" noGrp="1"/>
          </p:cNvSpPr>
          <p:nvPr/>
        </p:nvSpPr>
        <p:spPr>
          <a:xfrm xmlns:a="http://schemas.openxmlformats.org/drawingml/2006/main">
            <a:off x="10363200" y="2819400"/>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model uses result</a:t>
            </a:r>
          </a:p>
          <a:p xmlns:a="http://schemas.openxmlformats.org/drawingml/2006/main">
            <a:pPr algn="ctr">
              <a:defRPr sz="1200" b="0" i="0">
                <a:solidFill>
                  <a:srgbClr val="061A45"/>
                </a:solidFill>
              </a:defRPr>
            </a:pPr>
            <a:r>
              <a:rPr sz="1200" b="0" i="0">
                <a:solidFill>
                  <a:srgbClr val="061A45"/>
                </a:solidFill>
              </a:rPr>
              <a:t>for response</a:t>
            </a:r>
          </a:p>
        </p:txBody>
      </p:sp>
      <p:sp>
        <p:nvSpPr>
          <p:cNvPr id="39" name="">
            <a:extLst xmlns:a="http://schemas.openxmlformats.org/drawingml/2006/main">
              <a:ext uri="{FF2B5EF4-FFF2-40B4-BE49-F238E27FC236}">
                <a16:creationId xmlns:a16="http://schemas.microsoft.com/office/drawing/2014/main" id="{7184183F-1684-4FCF-AB82-2E5E915C18CE}"/>
              </a:ext>
            </a:extLst>
          </p:cNvPr>
          <p:cNvSpPr>
            <a:spLocks xmlns:a="http://schemas.openxmlformats.org/drawingml/2006/main" noGrp="1"/>
          </p:cNvSpPr>
          <p:nvPr/>
        </p:nvSpPr>
        <p:spPr>
          <a:xfrm xmlns:a="http://schemas.openxmlformats.org/drawingml/2006/main">
            <a:off x="876300" y="3886200"/>
            <a:ext cx="4724400" cy="1390650"/>
          </a:xfrm>
          <a:prstGeom xmlns:a="http://schemas.openxmlformats.org/drawingml/2006/main" prst="roundRect">
            <a:avLst>
              <a:gd name="adj" fmla="val 5479"/>
            </a:avLst>
          </a:prstGeom>
          <a:solidFill xmlns:a="http://schemas.openxmlformats.org/drawingml/2006/main">
            <a:srgbClr val="FFF5F5"/>
          </a:solidFill>
          <a:ln xmlns:a="http://schemas.openxmlformats.org/drawingml/2006/main" w="10478">
            <a:solidFill>
              <a:srgbClr val="F0B5B5"/>
            </a:solidFill>
            <a:prstDash val="solid"/>
          </a:ln>
        </p:spPr>
      </p:sp>
      <p:sp>
        <p:nvSpPr>
          <p:cNvPr id="40" name="">
            <a:extLst xmlns:a="http://schemas.openxmlformats.org/drawingml/2006/main">
              <a:ext uri="{FF2B5EF4-FFF2-40B4-BE49-F238E27FC236}">
                <a16:creationId xmlns:a16="http://schemas.microsoft.com/office/drawing/2014/main" id="{F49DAE06-08F4-49A7-B3AE-A3946598FF78}"/>
              </a:ext>
            </a:extLst>
          </p:cNvPr>
          <p:cNvSpPr>
            <a:spLocks xmlns:a="http://schemas.openxmlformats.org/drawingml/2006/main" noGrp="1"/>
          </p:cNvSpPr>
          <p:nvPr/>
        </p:nvSpPr>
        <p:spPr>
          <a:xfrm xmlns:a="http://schemas.openxmlformats.org/drawingml/2006/main">
            <a:off x="1257300" y="4095750"/>
            <a:ext cx="396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CC2B2B"/>
                </a:solidFill>
              </a:defRPr>
            </a:pPr>
            <a:r>
              <a:rPr sz="1650" b="1" i="0">
                <a:solidFill>
                  <a:srgbClr val="CC2B2B"/>
                </a:solidFill>
              </a:rPr>
              <a:t>Possible rejections</a:t>
            </a:r>
          </a:p>
        </p:txBody>
      </p:sp>
      <p:sp>
        <p:nvSpPr>
          <p:cNvPr id="41" name="">
            <a:extLst xmlns:a="http://schemas.openxmlformats.org/drawingml/2006/main">
              <a:ext uri="{FF2B5EF4-FFF2-40B4-BE49-F238E27FC236}">
                <a16:creationId xmlns:a16="http://schemas.microsoft.com/office/drawing/2014/main" id="{B59A44DA-AB92-4E31-A174-094BE548951D}"/>
              </a:ext>
            </a:extLst>
          </p:cNvPr>
          <p:cNvSpPr>
            <a:spLocks xmlns:a="http://schemas.openxmlformats.org/drawingml/2006/main" noGrp="1"/>
          </p:cNvSpPr>
          <p:nvPr/>
        </p:nvSpPr>
        <p:spPr>
          <a:xfrm xmlns:a="http://schemas.openxmlformats.org/drawingml/2006/main">
            <a:off x="1333500" y="453390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061A45"/>
                </a:solidFill>
              </a:defRPr>
            </a:pPr>
            <a:r>
              <a:rPr sz="1275" b="0" i="0">
                <a:solidFill>
                  <a:srgbClr val="061A45"/>
                </a:solidFill>
              </a:rPr>
              <a:t>Unknown tool, invalid parameters, missing permission, human approval required, external service failed, result too large.</a:t>
            </a:r>
          </a:p>
        </p:txBody>
      </p:sp>
      <p:sp>
        <p:nvSpPr>
          <p:cNvPr id="42" name="">
            <a:extLst xmlns:a="http://schemas.openxmlformats.org/drawingml/2006/main">
              <a:ext uri="{FF2B5EF4-FFF2-40B4-BE49-F238E27FC236}">
                <a16:creationId xmlns:a16="http://schemas.microsoft.com/office/drawing/2014/main" id="{3E18F960-543C-4441-9C49-C1AC66591B2B}"/>
              </a:ext>
            </a:extLst>
          </p:cNvPr>
          <p:cNvSpPr>
            <a:spLocks xmlns:a="http://schemas.openxmlformats.org/drawingml/2006/main" noGrp="1"/>
          </p:cNvSpPr>
          <p:nvPr/>
        </p:nvSpPr>
        <p:spPr>
          <a:xfrm xmlns:a="http://schemas.openxmlformats.org/drawingml/2006/main">
            <a:off x="6591300" y="3886200"/>
            <a:ext cx="4724400" cy="1390650"/>
          </a:xfrm>
          <a:prstGeom xmlns:a="http://schemas.openxmlformats.org/drawingml/2006/main" prst="roundRect">
            <a:avLst>
              <a:gd name="adj" fmla="val 5479"/>
            </a:avLst>
          </a:prstGeom>
          <a:solidFill xmlns:a="http://schemas.openxmlformats.org/drawingml/2006/main">
            <a:srgbClr val="FFF7DF"/>
          </a:solidFill>
          <a:ln xmlns:a="http://schemas.openxmlformats.org/drawingml/2006/main" w="10478">
            <a:solidFill>
              <a:srgbClr val="F0D891"/>
            </a:solidFill>
            <a:prstDash val="solid"/>
          </a:ln>
        </p:spPr>
      </p:sp>
      <p:sp>
        <p:nvSpPr>
          <p:cNvPr id="43" name="">
            <a:extLst xmlns:a="http://schemas.openxmlformats.org/drawingml/2006/main">
              <a:ext uri="{FF2B5EF4-FFF2-40B4-BE49-F238E27FC236}">
                <a16:creationId xmlns:a16="http://schemas.microsoft.com/office/drawing/2014/main" id="{7402AD87-D4A3-4ACF-B45B-68E9B79C3EF5}"/>
              </a:ext>
            </a:extLst>
          </p:cNvPr>
          <p:cNvSpPr>
            <a:spLocks xmlns:a="http://schemas.openxmlformats.org/drawingml/2006/main" noGrp="1"/>
          </p:cNvSpPr>
          <p:nvPr/>
        </p:nvSpPr>
        <p:spPr>
          <a:xfrm xmlns:a="http://schemas.openxmlformats.org/drawingml/2006/main">
            <a:off x="6972300" y="4095750"/>
            <a:ext cx="396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D88A00"/>
                </a:solidFill>
              </a:defRPr>
            </a:pPr>
            <a:r>
              <a:rPr sz="1650" b="1" i="0">
                <a:solidFill>
                  <a:srgbClr val="D88A00"/>
                </a:solidFill>
              </a:rPr>
              <a:t>Precise wording</a:t>
            </a:r>
          </a:p>
        </p:txBody>
      </p:sp>
      <p:sp>
        <p:nvSpPr>
          <p:cNvPr id="44" name="">
            <a:extLst xmlns:a="http://schemas.openxmlformats.org/drawingml/2006/main">
              <a:ext uri="{FF2B5EF4-FFF2-40B4-BE49-F238E27FC236}">
                <a16:creationId xmlns:a16="http://schemas.microsoft.com/office/drawing/2014/main" id="{193E8AB7-647A-428C-B284-5128F127B7BD}"/>
              </a:ext>
            </a:extLst>
          </p:cNvPr>
          <p:cNvSpPr>
            <a:spLocks xmlns:a="http://schemas.openxmlformats.org/drawingml/2006/main" noGrp="1"/>
          </p:cNvSpPr>
          <p:nvPr/>
        </p:nvSpPr>
        <p:spPr>
          <a:xfrm xmlns:a="http://schemas.openxmlformats.org/drawingml/2006/main">
            <a:off x="7048500" y="4514850"/>
            <a:ext cx="3810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061A45"/>
                </a:solidFill>
              </a:defRPr>
            </a:pPr>
            <a:r>
              <a:rPr sz="1275" b="0" i="0">
                <a:solidFill>
                  <a:srgbClr val="061A45"/>
                </a:solidFill>
              </a:rPr>
              <a:t>Execution may happen in a client harness, host runtime, MCP server, or provider-hosted tool, but not inside the model.</a:t>
            </a:r>
          </a:p>
        </p:txBody>
      </p:sp>
      <p:sp>
        <p:nvSpPr>
          <p:cNvPr id="45" name="">
            <a:extLst xmlns:a="http://schemas.openxmlformats.org/drawingml/2006/main">
              <a:ext uri="{FF2B5EF4-FFF2-40B4-BE49-F238E27FC236}">
                <a16:creationId xmlns:a16="http://schemas.microsoft.com/office/drawing/2014/main" id="{59ABEAED-7787-4293-93A1-864E2B530254}"/>
              </a:ext>
            </a:extLst>
          </p:cNvPr>
          <p:cNvSpPr>
            <a:spLocks xmlns:a="http://schemas.openxmlformats.org/drawingml/2006/main" noGrp="1"/>
          </p:cNvSpPr>
          <p:nvPr/>
        </p:nvSpPr>
        <p:spPr>
          <a:xfrm xmlns:a="http://schemas.openxmlformats.org/drawingml/2006/main">
            <a:off x="1638300" y="5772150"/>
            <a:ext cx="8915400" cy="400050"/>
          </a:xfrm>
          <a:prstGeom xmlns:a="http://schemas.openxmlformats.org/drawingml/2006/main" prst="roundRect">
            <a:avLst>
              <a:gd name="adj" fmla="val 19048"/>
            </a:avLst>
          </a:prstGeom>
          <a:solidFill xmlns:a="http://schemas.openxmlformats.org/drawingml/2006/main">
            <a:srgbClr val="F8FBFF"/>
          </a:solidFill>
          <a:ln xmlns:a="http://schemas.openxmlformats.org/drawingml/2006/main" w="10478">
            <a:solidFill>
              <a:srgbClr val="004AAD"/>
            </a:solidFill>
            <a:prstDash val="solid"/>
          </a:ln>
        </p:spPr>
      </p:sp>
      <p:sp>
        <p:nvSpPr>
          <p:cNvPr id="46" name="">
            <a:extLst xmlns:a="http://schemas.openxmlformats.org/drawingml/2006/main">
              <a:ext uri="{FF2B5EF4-FFF2-40B4-BE49-F238E27FC236}">
                <a16:creationId xmlns:a16="http://schemas.microsoft.com/office/drawing/2014/main" id="{9BD5DC66-BB45-4416-A771-A4FB2249A9CE}"/>
              </a:ext>
            </a:extLst>
          </p:cNvPr>
          <p:cNvSpPr>
            <a:spLocks xmlns:a="http://schemas.openxmlformats.org/drawingml/2006/main" noGrp="1"/>
          </p:cNvSpPr>
          <p:nvPr/>
        </p:nvSpPr>
        <p:spPr>
          <a:xfrm xmlns:a="http://schemas.openxmlformats.org/drawingml/2006/main">
            <a:off x="2095500" y="5876925"/>
            <a:ext cx="800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061A45"/>
                </a:solidFill>
              </a:defRPr>
            </a:pPr>
            <a:r>
              <a:rPr sz="1275" b="1" i="0">
                <a:solidFill>
                  <a:srgbClr val="061A45"/>
                </a:solidFill>
              </a:rPr>
              <a:t>A model may produce zero, one, or multiple tool calls. The harness must handle all three.</a:t>
            </a:r>
          </a:p>
        </p:txBody>
      </p:sp>
    </p:spTree>
    <p:extLst>
      <p:ext uri="{BB962C8B-B14F-4D97-AF65-F5344CB8AC3E}">
        <p14:creationId xmlns:p14="http://schemas.microsoft.com/office/powerpoint/2010/main" val="130246551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9E5DB69-44DE-4D2A-ADEB-388C9F8E26B9}"/>
              </a:ext>
            </a:extLst>
          </p:cNvPr>
          <p:cNvSpPr>
            <a:spLocks xmlns:a="http://schemas.openxmlformats.org/drawingml/2006/main" noGrp="1"/>
          </p:cNvSpPr>
          <p:nvPr/>
        </p:nvSpPr>
        <p:spPr>
          <a:xfrm xmlns:a="http://schemas.openxmlformats.org/drawingml/2006/main">
            <a:off x="457200" y="2667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61A45"/>
                </a:solidFill>
              </a:defRPr>
            </a:pPr>
            <a:r>
              <a:rPr sz="2850" b="1" i="0">
                <a:solidFill>
                  <a:srgbClr val="061A45"/>
                </a:solidFill>
              </a:rPr>
              <a:t>Harness Engineering Turns Prompts Into Loading Strategy</a:t>
            </a:r>
          </a:p>
        </p:txBody>
      </p:sp>
      <p:sp>
        <p:nvSpPr>
          <p:cNvPr id="2" name="">
            <a:extLst xmlns:a="http://schemas.openxmlformats.org/drawingml/2006/main">
              <a:ext uri="{FF2B5EF4-FFF2-40B4-BE49-F238E27FC236}">
                <a16:creationId xmlns:a16="http://schemas.microsoft.com/office/drawing/2014/main" id="{86C9CBEE-8662-40ED-9814-DB6A81A0654A}"/>
              </a:ext>
            </a:extLst>
          </p:cNvPr>
          <p:cNvSpPr>
            <a:spLocks xmlns:a="http://schemas.openxmlformats.org/drawingml/2006/main" noGrp="1"/>
          </p:cNvSpPr>
          <p:nvPr/>
        </p:nvSpPr>
        <p:spPr>
          <a:xfrm xmlns:a="http://schemas.openxmlformats.org/drawingml/2006/main">
            <a:off x="2095500" y="838200"/>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1">
                <a:solidFill>
                  <a:srgbClr val="004AAD"/>
                </a:solidFill>
              </a:defRPr>
            </a:pPr>
            <a:r>
              <a:rPr sz="1500" b="0" i="1">
                <a:solidFill>
                  <a:srgbClr val="004AAD"/>
                </a:solidFill>
              </a:rPr>
              <a:t>A prompt controls one message. The harness controls which prompts enter which paper.</a:t>
            </a:r>
          </a:p>
        </p:txBody>
      </p:sp>
      <p:sp>
        <p:nvSpPr>
          <p:cNvPr id="3" name="">
            <a:extLst xmlns:a="http://schemas.openxmlformats.org/drawingml/2006/main">
              <a:ext uri="{FF2B5EF4-FFF2-40B4-BE49-F238E27FC236}">
                <a16:creationId xmlns:a16="http://schemas.microsoft.com/office/drawing/2014/main" id="{1C44AEBB-95EE-44D8-812C-5DAF48E792DD}"/>
              </a:ext>
            </a:extLst>
          </p:cNvPr>
          <p:cNvSpPr>
            <a:spLocks xmlns:a="http://schemas.openxmlformats.org/drawingml/2006/main" noGrp="1"/>
          </p:cNvSpPr>
          <p:nvPr/>
        </p:nvSpPr>
        <p:spPr>
          <a:xfrm xmlns:a="http://schemas.openxmlformats.org/drawingml/2006/main">
            <a:off x="457200" y="1162050"/>
            <a:ext cx="11277600" cy="0"/>
          </a:xfrm>
          <a:prstGeom xmlns:a="http://schemas.openxmlformats.org/drawingml/2006/main" prst="line">
            <a:avLst/>
          </a:prstGeom>
          <a:ln xmlns:a="http://schemas.openxmlformats.org/drawingml/2006/main" w="19050">
            <a:solidFill>
              <a:srgbClr val="004AAD"/>
            </a:solidFill>
            <a:prstDash val="solid"/>
          </a:ln>
        </p:spPr>
      </p:sp>
      <p:sp>
        <p:nvSpPr>
          <p:cNvPr id="4" name="">
            <a:extLst xmlns:a="http://schemas.openxmlformats.org/drawingml/2006/main">
              <a:ext uri="{FF2B5EF4-FFF2-40B4-BE49-F238E27FC236}">
                <a16:creationId xmlns:a16="http://schemas.microsoft.com/office/drawing/2014/main" id="{78005D9F-C142-4ED2-84C6-D670F98732DE}"/>
              </a:ext>
            </a:extLst>
          </p:cNvPr>
          <p:cNvSpPr>
            <a:spLocks xmlns:a="http://schemas.openxmlformats.org/drawingml/2006/main" noGrp="1"/>
          </p:cNvSpPr>
          <p:nvPr/>
        </p:nvSpPr>
        <p:spPr>
          <a:xfrm xmlns:a="http://schemas.openxmlformats.org/drawingml/2006/main">
            <a:off x="4838700" y="1371600"/>
            <a:ext cx="2628900" cy="457200"/>
          </a:xfrm>
          <a:prstGeom xmlns:a="http://schemas.openxmlformats.org/drawingml/2006/main" prst="roundRect">
            <a:avLst>
              <a:gd name="adj" fmla="val 12500"/>
            </a:avLst>
          </a:prstGeom>
          <a:solidFill xmlns:a="http://schemas.openxmlformats.org/drawingml/2006/main">
            <a:srgbClr val="F8FBFF"/>
          </a:solidFill>
          <a:ln xmlns:a="http://schemas.openxmlformats.org/drawingml/2006/main" w="10478">
            <a:solidFill>
              <a:srgbClr val="B9D4F6"/>
            </a:solidFill>
            <a:prstDash val="solid"/>
          </a:ln>
        </p:spPr>
      </p:sp>
      <p:sp>
        <p:nvSpPr>
          <p:cNvPr id="5" name="">
            <a:extLst xmlns:a="http://schemas.openxmlformats.org/drawingml/2006/main">
              <a:ext uri="{FF2B5EF4-FFF2-40B4-BE49-F238E27FC236}">
                <a16:creationId xmlns:a16="http://schemas.microsoft.com/office/drawing/2014/main" id="{E346950E-EC1E-477F-A2CF-1C3432B88BFB}"/>
              </a:ext>
            </a:extLst>
          </p:cNvPr>
          <p:cNvSpPr>
            <a:spLocks xmlns:a="http://schemas.openxmlformats.org/drawingml/2006/main" noGrp="1"/>
          </p:cNvSpPr>
          <p:nvPr/>
        </p:nvSpPr>
        <p:spPr>
          <a:xfrm xmlns:a="http://schemas.openxmlformats.org/drawingml/2006/main">
            <a:off x="5048250" y="1438275"/>
            <a:ext cx="1104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61A45"/>
                </a:solidFill>
              </a:defRPr>
            </a:pPr>
            <a:r>
              <a:rPr sz="1200" b="1" i="0">
                <a:solidFill>
                  <a:srgbClr val="061A45"/>
                </a:solidFill>
              </a:rPr>
              <a:t>Prompt</a:t>
            </a:r>
          </a:p>
        </p:txBody>
      </p:sp>
      <p:sp>
        <p:nvSpPr>
          <p:cNvPr id="6" name="">
            <a:extLst xmlns:a="http://schemas.openxmlformats.org/drawingml/2006/main">
              <a:ext uri="{FF2B5EF4-FFF2-40B4-BE49-F238E27FC236}">
                <a16:creationId xmlns:a16="http://schemas.microsoft.com/office/drawing/2014/main" id="{99CC8F9F-653D-4411-9C59-A0D32766E2B9}"/>
              </a:ext>
            </a:extLst>
          </p:cNvPr>
          <p:cNvSpPr>
            <a:spLocks xmlns:a="http://schemas.openxmlformats.org/drawingml/2006/main" noGrp="1"/>
          </p:cNvSpPr>
          <p:nvPr/>
        </p:nvSpPr>
        <p:spPr>
          <a:xfrm xmlns:a="http://schemas.openxmlformats.org/drawingml/2006/main">
            <a:off x="6267450" y="14478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one request</a:t>
            </a:r>
          </a:p>
        </p:txBody>
      </p:sp>
      <p:sp>
        <p:nvSpPr>
          <p:cNvPr id="7" name="">
            <a:extLst xmlns:a="http://schemas.openxmlformats.org/drawingml/2006/main">
              <a:ext uri="{FF2B5EF4-FFF2-40B4-BE49-F238E27FC236}">
                <a16:creationId xmlns:a16="http://schemas.microsoft.com/office/drawing/2014/main" id="{5E2DA907-8CBC-4837-A167-C954983ECC1B}"/>
              </a:ext>
            </a:extLst>
          </p:cNvPr>
          <p:cNvSpPr>
            <a:spLocks xmlns:a="http://schemas.openxmlformats.org/drawingml/2006/main" noGrp="1"/>
          </p:cNvSpPr>
          <p:nvPr/>
        </p:nvSpPr>
        <p:spPr>
          <a:xfrm xmlns:a="http://schemas.openxmlformats.org/drawingml/2006/main">
            <a:off x="4438650" y="1943100"/>
            <a:ext cx="3429000" cy="457200"/>
          </a:xfrm>
          <a:prstGeom xmlns:a="http://schemas.openxmlformats.org/drawingml/2006/main" prst="roundRect">
            <a:avLst>
              <a:gd name="adj" fmla="val 12500"/>
            </a:avLst>
          </a:prstGeom>
          <a:solidFill xmlns:a="http://schemas.openxmlformats.org/drawingml/2006/main">
            <a:srgbClr val="F8FBFF"/>
          </a:solidFill>
          <a:ln xmlns:a="http://schemas.openxmlformats.org/drawingml/2006/main" w="10478">
            <a:solidFill>
              <a:srgbClr val="B9D4F6"/>
            </a:solidFill>
            <a:prstDash val="solid"/>
          </a:ln>
        </p:spPr>
      </p:sp>
      <p:sp>
        <p:nvSpPr>
          <p:cNvPr id="8" name="">
            <a:extLst xmlns:a="http://schemas.openxmlformats.org/drawingml/2006/main">
              <a:ext uri="{FF2B5EF4-FFF2-40B4-BE49-F238E27FC236}">
                <a16:creationId xmlns:a16="http://schemas.microsoft.com/office/drawing/2014/main" id="{292ECF71-00CD-4098-A237-7228ED8C9697}"/>
              </a:ext>
            </a:extLst>
          </p:cNvPr>
          <p:cNvSpPr>
            <a:spLocks xmlns:a="http://schemas.openxmlformats.org/drawingml/2006/main" noGrp="1"/>
          </p:cNvSpPr>
          <p:nvPr/>
        </p:nvSpPr>
        <p:spPr>
          <a:xfrm xmlns:a="http://schemas.openxmlformats.org/drawingml/2006/main">
            <a:off x="4648200" y="2009775"/>
            <a:ext cx="1485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61A45"/>
                </a:solidFill>
              </a:defRPr>
            </a:pPr>
            <a:r>
              <a:rPr sz="1200" b="1" i="0">
                <a:solidFill>
                  <a:srgbClr val="061A45"/>
                </a:solidFill>
              </a:rPr>
              <a:t>User instructions</a:t>
            </a:r>
          </a:p>
        </p:txBody>
      </p:sp>
      <p:sp>
        <p:nvSpPr>
          <p:cNvPr id="9" name="">
            <a:extLst xmlns:a="http://schemas.openxmlformats.org/drawingml/2006/main">
              <a:ext uri="{FF2B5EF4-FFF2-40B4-BE49-F238E27FC236}">
                <a16:creationId xmlns:a16="http://schemas.microsoft.com/office/drawing/2014/main" id="{42C443B5-86BC-47E6-BEBD-0504683D061D}"/>
              </a:ext>
            </a:extLst>
          </p:cNvPr>
          <p:cNvSpPr>
            <a:spLocks xmlns:a="http://schemas.openxmlformats.org/drawingml/2006/main" noGrp="1"/>
          </p:cNvSpPr>
          <p:nvPr/>
        </p:nvSpPr>
        <p:spPr>
          <a:xfrm xmlns:a="http://schemas.openxmlformats.org/drawingml/2006/main">
            <a:off x="6248400" y="20193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stable prefs</a:t>
            </a:r>
          </a:p>
        </p:txBody>
      </p:sp>
      <p:sp>
        <p:nvSpPr>
          <p:cNvPr id="10" name="">
            <a:extLst xmlns:a="http://schemas.openxmlformats.org/drawingml/2006/main">
              <a:ext uri="{FF2B5EF4-FFF2-40B4-BE49-F238E27FC236}">
                <a16:creationId xmlns:a16="http://schemas.microsoft.com/office/drawing/2014/main" id="{DA895152-C7FA-41AC-902F-E8F8FD0E94A9}"/>
              </a:ext>
            </a:extLst>
          </p:cNvPr>
          <p:cNvSpPr>
            <a:spLocks xmlns:a="http://schemas.openxmlformats.org/drawingml/2006/main" noGrp="1"/>
          </p:cNvSpPr>
          <p:nvPr/>
        </p:nvSpPr>
        <p:spPr>
          <a:xfrm xmlns:a="http://schemas.openxmlformats.org/drawingml/2006/main">
            <a:off x="4038600" y="2514600"/>
            <a:ext cx="4229100" cy="457200"/>
          </a:xfrm>
          <a:prstGeom xmlns:a="http://schemas.openxmlformats.org/drawingml/2006/main" prst="roundRect">
            <a:avLst>
              <a:gd name="adj" fmla="val 12500"/>
            </a:avLst>
          </a:prstGeom>
          <a:solidFill xmlns:a="http://schemas.openxmlformats.org/drawingml/2006/main">
            <a:srgbClr val="EEF6FF"/>
          </a:solidFill>
          <a:ln xmlns:a="http://schemas.openxmlformats.org/drawingml/2006/main" w="10478">
            <a:solidFill>
              <a:srgbClr val="004AAD"/>
            </a:solidFill>
            <a:prstDash val="solid"/>
          </a:ln>
        </p:spPr>
      </p:sp>
      <p:sp>
        <p:nvSpPr>
          <p:cNvPr id="11" name="">
            <a:extLst xmlns:a="http://schemas.openxmlformats.org/drawingml/2006/main">
              <a:ext uri="{FF2B5EF4-FFF2-40B4-BE49-F238E27FC236}">
                <a16:creationId xmlns:a16="http://schemas.microsoft.com/office/drawing/2014/main" id="{1A608B38-E61D-41D9-890E-E6BFA781F549}"/>
              </a:ext>
            </a:extLst>
          </p:cNvPr>
          <p:cNvSpPr>
            <a:spLocks xmlns:a="http://schemas.openxmlformats.org/drawingml/2006/main" noGrp="1"/>
          </p:cNvSpPr>
          <p:nvPr/>
        </p:nvSpPr>
        <p:spPr>
          <a:xfrm xmlns:a="http://schemas.openxmlformats.org/drawingml/2006/main">
            <a:off x="4248150" y="2581275"/>
            <a:ext cx="1485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04AAD"/>
                </a:solidFill>
              </a:defRPr>
            </a:pPr>
            <a:r>
              <a:rPr sz="1200" b="1" i="0">
                <a:solidFill>
                  <a:srgbClr val="004AAD"/>
                </a:solidFill>
              </a:rPr>
              <a:t>Skill</a:t>
            </a:r>
          </a:p>
        </p:txBody>
      </p:sp>
      <p:sp>
        <p:nvSpPr>
          <p:cNvPr id="12" name="">
            <a:extLst xmlns:a="http://schemas.openxmlformats.org/drawingml/2006/main">
              <a:ext uri="{FF2B5EF4-FFF2-40B4-BE49-F238E27FC236}">
                <a16:creationId xmlns:a16="http://schemas.microsoft.com/office/drawing/2014/main" id="{0E5A0E69-09B5-4A32-8AD7-5CF5A5617286}"/>
              </a:ext>
            </a:extLst>
          </p:cNvPr>
          <p:cNvSpPr>
            <a:spLocks xmlns:a="http://schemas.openxmlformats.org/drawingml/2006/main" noGrp="1"/>
          </p:cNvSpPr>
          <p:nvPr/>
        </p:nvSpPr>
        <p:spPr>
          <a:xfrm xmlns:a="http://schemas.openxmlformats.org/drawingml/2006/main">
            <a:off x="5848350" y="2590800"/>
            <a:ext cx="2228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dynamic prompt pack</a:t>
            </a:r>
          </a:p>
        </p:txBody>
      </p:sp>
      <p:sp>
        <p:nvSpPr>
          <p:cNvPr id="13" name="">
            <a:extLst xmlns:a="http://schemas.openxmlformats.org/drawingml/2006/main">
              <a:ext uri="{FF2B5EF4-FFF2-40B4-BE49-F238E27FC236}">
                <a16:creationId xmlns:a16="http://schemas.microsoft.com/office/drawing/2014/main" id="{40E99ADD-A9F1-4242-8D97-9A8CC55DE3CD}"/>
              </a:ext>
            </a:extLst>
          </p:cNvPr>
          <p:cNvSpPr>
            <a:spLocks xmlns:a="http://schemas.openxmlformats.org/drawingml/2006/main" noGrp="1"/>
          </p:cNvSpPr>
          <p:nvPr/>
        </p:nvSpPr>
        <p:spPr>
          <a:xfrm xmlns:a="http://schemas.openxmlformats.org/drawingml/2006/main">
            <a:off x="3638550" y="3086100"/>
            <a:ext cx="5029200" cy="457200"/>
          </a:xfrm>
          <a:prstGeom xmlns:a="http://schemas.openxmlformats.org/drawingml/2006/main" prst="roundRect">
            <a:avLst>
              <a:gd name="adj" fmla="val 12500"/>
            </a:avLst>
          </a:prstGeom>
          <a:solidFill xmlns:a="http://schemas.openxmlformats.org/drawingml/2006/main">
            <a:srgbClr val="F8FBFF"/>
          </a:solidFill>
          <a:ln xmlns:a="http://schemas.openxmlformats.org/drawingml/2006/main" w="10478">
            <a:solidFill>
              <a:srgbClr val="B9D4F6"/>
            </a:solidFill>
            <a:prstDash val="solid"/>
          </a:ln>
        </p:spPr>
      </p:sp>
      <p:sp>
        <p:nvSpPr>
          <p:cNvPr id="14" name="">
            <a:extLst xmlns:a="http://schemas.openxmlformats.org/drawingml/2006/main">
              <a:ext uri="{FF2B5EF4-FFF2-40B4-BE49-F238E27FC236}">
                <a16:creationId xmlns:a16="http://schemas.microsoft.com/office/drawing/2014/main" id="{9A6CE71F-7F86-43B1-A9F8-70496CCE7A49}"/>
              </a:ext>
            </a:extLst>
          </p:cNvPr>
          <p:cNvSpPr>
            <a:spLocks xmlns:a="http://schemas.openxmlformats.org/drawingml/2006/main" noGrp="1"/>
          </p:cNvSpPr>
          <p:nvPr/>
        </p:nvSpPr>
        <p:spPr>
          <a:xfrm xmlns:a="http://schemas.openxmlformats.org/drawingml/2006/main">
            <a:off x="3848100" y="3152775"/>
            <a:ext cx="1485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61A45"/>
                </a:solidFill>
              </a:defRPr>
            </a:pPr>
            <a:r>
              <a:rPr sz="1200" b="1" i="0">
                <a:solidFill>
                  <a:srgbClr val="061A45"/>
                </a:solidFill>
              </a:rPr>
              <a:t>Custom agent</a:t>
            </a:r>
          </a:p>
        </p:txBody>
      </p:sp>
      <p:sp>
        <p:nvSpPr>
          <p:cNvPr id="15" name="">
            <a:extLst xmlns:a="http://schemas.openxmlformats.org/drawingml/2006/main">
              <a:ext uri="{FF2B5EF4-FFF2-40B4-BE49-F238E27FC236}">
                <a16:creationId xmlns:a16="http://schemas.microsoft.com/office/drawing/2014/main" id="{D90967C1-1895-4512-982C-532F4C14426B}"/>
              </a:ext>
            </a:extLst>
          </p:cNvPr>
          <p:cNvSpPr>
            <a:spLocks xmlns:a="http://schemas.openxmlformats.org/drawingml/2006/main" noGrp="1"/>
          </p:cNvSpPr>
          <p:nvPr/>
        </p:nvSpPr>
        <p:spPr>
          <a:xfrm xmlns:a="http://schemas.openxmlformats.org/drawingml/2006/main">
            <a:off x="5448300" y="316230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profile with role, tools, limits</a:t>
            </a:r>
          </a:p>
        </p:txBody>
      </p:sp>
      <p:sp>
        <p:nvSpPr>
          <p:cNvPr id="16" name="">
            <a:extLst xmlns:a="http://schemas.openxmlformats.org/drawingml/2006/main">
              <a:ext uri="{FF2B5EF4-FFF2-40B4-BE49-F238E27FC236}">
                <a16:creationId xmlns:a16="http://schemas.microsoft.com/office/drawing/2014/main" id="{3227F213-16B7-4060-93B9-2630AAA45D70}"/>
              </a:ext>
            </a:extLst>
          </p:cNvPr>
          <p:cNvSpPr>
            <a:spLocks xmlns:a="http://schemas.openxmlformats.org/drawingml/2006/main" noGrp="1"/>
          </p:cNvSpPr>
          <p:nvPr/>
        </p:nvSpPr>
        <p:spPr>
          <a:xfrm xmlns:a="http://schemas.openxmlformats.org/drawingml/2006/main">
            <a:off x="3238500" y="3657600"/>
            <a:ext cx="5829300" cy="457200"/>
          </a:xfrm>
          <a:prstGeom xmlns:a="http://schemas.openxmlformats.org/drawingml/2006/main" prst="roundRect">
            <a:avLst>
              <a:gd name="adj" fmla="val 12500"/>
            </a:avLst>
          </a:prstGeom>
          <a:solidFill xmlns:a="http://schemas.openxmlformats.org/drawingml/2006/main">
            <a:srgbClr val="EEF6FF"/>
          </a:solidFill>
          <a:ln xmlns:a="http://schemas.openxmlformats.org/drawingml/2006/main" w="10478">
            <a:solidFill>
              <a:srgbClr val="004AAD"/>
            </a:solidFill>
            <a:prstDash val="solid"/>
          </a:ln>
        </p:spPr>
      </p:sp>
      <p:sp>
        <p:nvSpPr>
          <p:cNvPr id="17" name="">
            <a:extLst xmlns:a="http://schemas.openxmlformats.org/drawingml/2006/main">
              <a:ext uri="{FF2B5EF4-FFF2-40B4-BE49-F238E27FC236}">
                <a16:creationId xmlns:a16="http://schemas.microsoft.com/office/drawing/2014/main" id="{894523DA-0A45-4917-8C90-CCDE8FFCA4D7}"/>
              </a:ext>
            </a:extLst>
          </p:cNvPr>
          <p:cNvSpPr>
            <a:spLocks xmlns:a="http://schemas.openxmlformats.org/drawingml/2006/main" noGrp="1"/>
          </p:cNvSpPr>
          <p:nvPr/>
        </p:nvSpPr>
        <p:spPr>
          <a:xfrm xmlns:a="http://schemas.openxmlformats.org/drawingml/2006/main">
            <a:off x="3448050" y="3724275"/>
            <a:ext cx="1485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04AAD"/>
                </a:solidFill>
              </a:defRPr>
            </a:pPr>
            <a:r>
              <a:rPr sz="1200" b="1" i="0">
                <a:solidFill>
                  <a:srgbClr val="004AAD"/>
                </a:solidFill>
              </a:rPr>
              <a:t>Subagent</a:t>
            </a:r>
          </a:p>
        </p:txBody>
      </p:sp>
      <p:sp>
        <p:nvSpPr>
          <p:cNvPr id="18" name="">
            <a:extLst xmlns:a="http://schemas.openxmlformats.org/drawingml/2006/main">
              <a:ext uri="{FF2B5EF4-FFF2-40B4-BE49-F238E27FC236}">
                <a16:creationId xmlns:a16="http://schemas.microsoft.com/office/drawing/2014/main" id="{86EDA2A1-19AC-4EA0-AA54-AFA5858475C0}"/>
              </a:ext>
            </a:extLst>
          </p:cNvPr>
          <p:cNvSpPr>
            <a:spLocks xmlns:a="http://schemas.openxmlformats.org/drawingml/2006/main" noGrp="1"/>
          </p:cNvSpPr>
          <p:nvPr/>
        </p:nvSpPr>
        <p:spPr>
          <a:xfrm xmlns:a="http://schemas.openxmlformats.org/drawingml/2006/main">
            <a:off x="5048250" y="3733800"/>
            <a:ext cx="3829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local task on separate paper</a:t>
            </a:r>
          </a:p>
        </p:txBody>
      </p:sp>
      <p:sp>
        <p:nvSpPr>
          <p:cNvPr id="19" name="">
            <a:extLst xmlns:a="http://schemas.openxmlformats.org/drawingml/2006/main">
              <a:ext uri="{FF2B5EF4-FFF2-40B4-BE49-F238E27FC236}">
                <a16:creationId xmlns:a16="http://schemas.microsoft.com/office/drawing/2014/main" id="{A09629FA-B25C-422D-85F0-83C222A017D7}"/>
              </a:ext>
            </a:extLst>
          </p:cNvPr>
          <p:cNvSpPr>
            <a:spLocks xmlns:a="http://schemas.openxmlformats.org/drawingml/2006/main" noGrp="1"/>
          </p:cNvSpPr>
          <p:nvPr/>
        </p:nvSpPr>
        <p:spPr>
          <a:xfrm xmlns:a="http://schemas.openxmlformats.org/drawingml/2006/main">
            <a:off x="2838450" y="4229100"/>
            <a:ext cx="6629400" cy="457200"/>
          </a:xfrm>
          <a:prstGeom xmlns:a="http://schemas.openxmlformats.org/drawingml/2006/main" prst="roundRect">
            <a:avLst>
              <a:gd name="adj" fmla="val 12500"/>
            </a:avLst>
          </a:prstGeom>
          <a:solidFill xmlns:a="http://schemas.openxmlformats.org/drawingml/2006/main">
            <a:srgbClr val="F8FBFF"/>
          </a:solidFill>
          <a:ln xmlns:a="http://schemas.openxmlformats.org/drawingml/2006/main" w="10478">
            <a:solidFill>
              <a:srgbClr val="B9D4F6"/>
            </a:solidFill>
            <a:prstDash val="solid"/>
          </a:ln>
        </p:spPr>
      </p:sp>
      <p:sp>
        <p:nvSpPr>
          <p:cNvPr id="20" name="">
            <a:extLst xmlns:a="http://schemas.openxmlformats.org/drawingml/2006/main">
              <a:ext uri="{FF2B5EF4-FFF2-40B4-BE49-F238E27FC236}">
                <a16:creationId xmlns:a16="http://schemas.microsoft.com/office/drawing/2014/main" id="{13F5294D-83EA-446F-BEB0-BEB67D86E812}"/>
              </a:ext>
            </a:extLst>
          </p:cNvPr>
          <p:cNvSpPr>
            <a:spLocks xmlns:a="http://schemas.openxmlformats.org/drawingml/2006/main" noGrp="1"/>
          </p:cNvSpPr>
          <p:nvPr/>
        </p:nvSpPr>
        <p:spPr>
          <a:xfrm xmlns:a="http://schemas.openxmlformats.org/drawingml/2006/main">
            <a:off x="3048000" y="4295775"/>
            <a:ext cx="1485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61A45"/>
                </a:solidFill>
              </a:defRPr>
            </a:pPr>
            <a:r>
              <a:rPr sz="1200" b="1" i="0">
                <a:solidFill>
                  <a:srgbClr val="061A45"/>
                </a:solidFill>
              </a:rPr>
              <a:t>Workflow</a:t>
            </a:r>
          </a:p>
        </p:txBody>
      </p:sp>
      <p:sp>
        <p:nvSpPr>
          <p:cNvPr id="21" name="">
            <a:extLst xmlns:a="http://schemas.openxmlformats.org/drawingml/2006/main">
              <a:ext uri="{FF2B5EF4-FFF2-40B4-BE49-F238E27FC236}">
                <a16:creationId xmlns:a16="http://schemas.microsoft.com/office/drawing/2014/main" id="{34088C37-0789-4B83-81B6-BC491F2B8BF7}"/>
              </a:ext>
            </a:extLst>
          </p:cNvPr>
          <p:cNvSpPr>
            <a:spLocks xmlns:a="http://schemas.openxmlformats.org/drawingml/2006/main" noGrp="1"/>
          </p:cNvSpPr>
          <p:nvPr/>
        </p:nvSpPr>
        <p:spPr>
          <a:xfrm xmlns:a="http://schemas.openxmlformats.org/drawingml/2006/main">
            <a:off x="4648200" y="4305300"/>
            <a:ext cx="462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orchestrated multi-step system</a:t>
            </a:r>
          </a:p>
        </p:txBody>
      </p:sp>
      <p:sp>
        <p:nvSpPr>
          <p:cNvPr id="22" name="">
            <a:extLst xmlns:a="http://schemas.openxmlformats.org/drawingml/2006/main">
              <a:ext uri="{FF2B5EF4-FFF2-40B4-BE49-F238E27FC236}">
                <a16:creationId xmlns:a16="http://schemas.microsoft.com/office/drawing/2014/main" id="{61C0E3E6-2A0D-43CA-9212-CFFDFDFFA542}"/>
              </a:ext>
            </a:extLst>
          </p:cNvPr>
          <p:cNvSpPr>
            <a:spLocks xmlns:a="http://schemas.openxmlformats.org/drawingml/2006/main" noGrp="1"/>
          </p:cNvSpPr>
          <p:nvPr/>
        </p:nvSpPr>
        <p:spPr>
          <a:xfrm xmlns:a="http://schemas.openxmlformats.org/drawingml/2006/main">
            <a:off x="781050" y="5143500"/>
            <a:ext cx="4800600" cy="876300"/>
          </a:xfrm>
          <a:prstGeom xmlns:a="http://schemas.openxmlformats.org/drawingml/2006/main" prst="roundRect">
            <a:avLst>
              <a:gd name="adj" fmla="val 8696"/>
            </a:avLst>
          </a:prstGeom>
          <a:solidFill xmlns:a="http://schemas.openxmlformats.org/drawingml/2006/main">
            <a:srgbClr val="FFF7DF"/>
          </a:solidFill>
          <a:ln xmlns:a="http://schemas.openxmlformats.org/drawingml/2006/main" w="10478">
            <a:solidFill>
              <a:srgbClr val="F0D891"/>
            </a:solidFill>
            <a:prstDash val="solid"/>
          </a:ln>
        </p:spPr>
      </p:sp>
      <p:sp>
        <p:nvSpPr>
          <p:cNvPr id="23" name="">
            <a:extLst xmlns:a="http://schemas.openxmlformats.org/drawingml/2006/main">
              <a:ext uri="{FF2B5EF4-FFF2-40B4-BE49-F238E27FC236}">
                <a16:creationId xmlns:a16="http://schemas.microsoft.com/office/drawing/2014/main" id="{C995287C-A120-4515-8FFB-719575178C47}"/>
              </a:ext>
            </a:extLst>
          </p:cNvPr>
          <p:cNvSpPr>
            <a:spLocks xmlns:a="http://schemas.openxmlformats.org/drawingml/2006/main" noGrp="1"/>
          </p:cNvSpPr>
          <p:nvPr/>
        </p:nvSpPr>
        <p:spPr>
          <a:xfrm xmlns:a="http://schemas.openxmlformats.org/drawingml/2006/main">
            <a:off x="1181100" y="52768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D88A00"/>
                </a:solidFill>
              </a:defRPr>
            </a:pPr>
            <a:r>
              <a:rPr sz="1575" b="1" i="0">
                <a:solidFill>
                  <a:srgbClr val="D88A00"/>
                </a:solidFill>
              </a:rPr>
              <a:t>Lesson 2.1</a:t>
            </a:r>
          </a:p>
        </p:txBody>
      </p:sp>
      <p:sp>
        <p:nvSpPr>
          <p:cNvPr id="24" name="">
            <a:extLst xmlns:a="http://schemas.openxmlformats.org/drawingml/2006/main">
              <a:ext uri="{FF2B5EF4-FFF2-40B4-BE49-F238E27FC236}">
                <a16:creationId xmlns:a16="http://schemas.microsoft.com/office/drawing/2014/main" id="{5AB9737A-B125-478C-93AE-C7C962F09D50}"/>
              </a:ext>
            </a:extLst>
          </p:cNvPr>
          <p:cNvSpPr>
            <a:spLocks xmlns:a="http://schemas.openxmlformats.org/drawingml/2006/main" noGrp="1"/>
          </p:cNvSpPr>
          <p:nvPr/>
        </p:nvSpPr>
        <p:spPr>
          <a:xfrm xmlns:a="http://schemas.openxmlformats.org/drawingml/2006/main">
            <a:off x="2781300" y="52768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061A45"/>
                </a:solidFill>
              </a:defRPr>
            </a:pPr>
            <a:r>
              <a:rPr sz="1275" b="0" i="0">
                <a:solidFill>
                  <a:srgbClr val="061A45"/>
                </a:solidFill>
              </a:rPr>
              <a:t>Advanced add-on: runtime objects and executable contracts.</a:t>
            </a:r>
          </a:p>
        </p:txBody>
      </p:sp>
      <p:sp>
        <p:nvSpPr>
          <p:cNvPr id="25" name="">
            <a:extLst xmlns:a="http://schemas.openxmlformats.org/drawingml/2006/main">
              <a:ext uri="{FF2B5EF4-FFF2-40B4-BE49-F238E27FC236}">
                <a16:creationId xmlns:a16="http://schemas.microsoft.com/office/drawing/2014/main" id="{24FB40FA-AC82-4028-AC76-77FEFE14224D}"/>
              </a:ext>
            </a:extLst>
          </p:cNvPr>
          <p:cNvSpPr>
            <a:spLocks xmlns:a="http://schemas.openxmlformats.org/drawingml/2006/main" noGrp="1"/>
          </p:cNvSpPr>
          <p:nvPr/>
        </p:nvSpPr>
        <p:spPr>
          <a:xfrm xmlns:a="http://schemas.openxmlformats.org/drawingml/2006/main">
            <a:off x="6610350" y="5143500"/>
            <a:ext cx="4800600" cy="876300"/>
          </a:xfrm>
          <a:prstGeom xmlns:a="http://schemas.openxmlformats.org/drawingml/2006/main" prst="roundRect">
            <a:avLst>
              <a:gd name="adj" fmla="val 8696"/>
            </a:avLst>
          </a:prstGeom>
          <a:solidFill xmlns:a="http://schemas.openxmlformats.org/drawingml/2006/main">
            <a:srgbClr val="EEF6FF"/>
          </a:solidFill>
          <a:ln xmlns:a="http://schemas.openxmlformats.org/drawingml/2006/main" w="10478">
            <a:solidFill>
              <a:srgbClr val="138A43"/>
            </a:solidFill>
            <a:prstDash val="solid"/>
          </a:ln>
        </p:spPr>
      </p:sp>
      <p:sp>
        <p:nvSpPr>
          <p:cNvPr id="26" name="">
            <a:extLst xmlns:a="http://schemas.openxmlformats.org/drawingml/2006/main">
              <a:ext uri="{FF2B5EF4-FFF2-40B4-BE49-F238E27FC236}">
                <a16:creationId xmlns:a16="http://schemas.microsoft.com/office/drawing/2014/main" id="{79BE536E-6FD4-4597-A689-DC0DC228C06A}"/>
              </a:ext>
            </a:extLst>
          </p:cNvPr>
          <p:cNvSpPr>
            <a:spLocks xmlns:a="http://schemas.openxmlformats.org/drawingml/2006/main" noGrp="1"/>
          </p:cNvSpPr>
          <p:nvPr/>
        </p:nvSpPr>
        <p:spPr>
          <a:xfrm xmlns:a="http://schemas.openxmlformats.org/drawingml/2006/main">
            <a:off x="7010400" y="52768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138A43"/>
                </a:solidFill>
              </a:defRPr>
            </a:pPr>
            <a:r>
              <a:rPr sz="1575" b="1" i="0">
                <a:solidFill>
                  <a:srgbClr val="138A43"/>
                </a:solidFill>
              </a:rPr>
              <a:t>Lesson 3</a:t>
            </a:r>
          </a:p>
        </p:txBody>
      </p:sp>
      <p:sp>
        <p:nvSpPr>
          <p:cNvPr id="27" name="">
            <a:extLst xmlns:a="http://schemas.openxmlformats.org/drawingml/2006/main">
              <a:ext uri="{FF2B5EF4-FFF2-40B4-BE49-F238E27FC236}">
                <a16:creationId xmlns:a16="http://schemas.microsoft.com/office/drawing/2014/main" id="{D72AFDE8-3A49-4F54-AE51-BD70CA6B0037}"/>
              </a:ext>
            </a:extLst>
          </p:cNvPr>
          <p:cNvSpPr>
            <a:spLocks xmlns:a="http://schemas.openxmlformats.org/drawingml/2006/main" noGrp="1"/>
          </p:cNvSpPr>
          <p:nvPr/>
        </p:nvSpPr>
        <p:spPr>
          <a:xfrm xmlns:a="http://schemas.openxmlformats.org/drawingml/2006/main">
            <a:off x="8420100" y="52768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061A45"/>
                </a:solidFill>
              </a:defRPr>
            </a:pPr>
            <a:r>
              <a:rPr sz="1275" b="0" i="0">
                <a:solidFill>
                  <a:srgbClr val="061A45"/>
                </a:solidFill>
              </a:rPr>
              <a:t>Next step: subagent workflows, teammates, and loop coding.</a:t>
            </a:r>
          </a:p>
        </p:txBody>
      </p:sp>
    </p:spTree>
    <p:extLst>
      <p:ext uri="{BB962C8B-B14F-4D97-AF65-F5344CB8AC3E}">
        <p14:creationId xmlns:p14="http://schemas.microsoft.com/office/powerpoint/2010/main" val="8447281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2026-07-15T14:19:26.0200000Z</dcterms:created>
  <dcterms:modified xsi:type="dcterms:W3CDTF">2026-07-15T14:19:26.0200000Z</dcterms:modified>
</coreProperties>
</file>