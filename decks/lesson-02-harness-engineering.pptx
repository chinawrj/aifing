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8b3b4892114cf4" /><Relationship Type="http://schemas.openxmlformats.org/officeDocument/2006/relationships/extended-properties" Target="/docProps/app.xml" Id="R10ceaaf8e0d34e8d" /><Relationship Type="http://schemas.openxmlformats.org/officeDocument/2006/relationships/officeDocument" Target="/ppt/presentation.xml" Id="Rff7ba5945dc348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4bb9a681f4464a"/>
  </p:sldMasterIdLst>
  <p:notesMasterIdLst>
    <p:notesMasterId xmlns:r="http://schemas.openxmlformats.org/officeDocument/2006/relationships" r:id="R5590a5d6e8184f4d"/>
  </p:notesMasterIdLst>
  <p:sldIdLst>
    <p:sldId xmlns:r="http://schemas.openxmlformats.org/officeDocument/2006/relationships" id="256" r:id="R4e2e04c7da124507"/>
    <p:sldId xmlns:r="http://schemas.openxmlformats.org/officeDocument/2006/relationships" id="257" r:id="R8a9c54c61bf0473a"/>
    <p:sldId xmlns:r="http://schemas.openxmlformats.org/officeDocument/2006/relationships" id="258" r:id="Rdae1f8e9ffe340a9"/>
    <p:sldId xmlns:r="http://schemas.openxmlformats.org/officeDocument/2006/relationships" id="259" r:id="R3e01abfc62fc444a"/>
    <p:sldId xmlns:r="http://schemas.openxmlformats.org/officeDocument/2006/relationships" id="260" r:id="R2094b4ef3742423a"/>
    <p:sldId xmlns:r="http://schemas.openxmlformats.org/officeDocument/2006/relationships" id="261" r:id="Rea843e17e6084bb7"/>
    <p:sldId xmlns:r="http://schemas.openxmlformats.org/officeDocument/2006/relationships" id="262" r:id="R9ea96b418ec045ae"/>
    <p:sldId xmlns:r="http://schemas.openxmlformats.org/officeDocument/2006/relationships" id="263" r:id="R7ba5ecfe008b43c1"/>
    <p:sldId xmlns:r="http://schemas.openxmlformats.org/officeDocument/2006/relationships" id="264" r:id="Rfdf81ddecba14656"/>
    <p:sldId xmlns:r="http://schemas.openxmlformats.org/officeDocument/2006/relationships" id="265" r:id="R3a0d9b3cd60f4f8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92b1181a5b4171" /><Relationship Type="http://schemas.openxmlformats.org/officeDocument/2006/relationships/slideMaster" Target="/ppt/slideMasters/slideMaster1.xml" Id="R414bb9a681f4464a" /><Relationship Type="http://schemas.openxmlformats.org/officeDocument/2006/relationships/notesMaster" Target="/ppt/notesMasters/notesMaster1.xml" Id="R5590a5d6e8184f4d" /><Relationship Type="http://schemas.openxmlformats.org/officeDocument/2006/relationships/presProps" Target="/ppt/presProps.xml" Id="R62001060ae874c3e" /><Relationship Type="http://schemas.openxmlformats.org/officeDocument/2006/relationships/tableStyles" Target="/ppt/tableStyles.xml" Id="R9e090ef5e69f43e4" /><Relationship Type="http://schemas.openxmlformats.org/officeDocument/2006/relationships/slide" Target="/ppt/slides/slide1.xml" Id="R4e2e04c7da124507" /><Relationship Type="http://schemas.openxmlformats.org/officeDocument/2006/relationships/slide" Target="/ppt/slides/slide2.xml" Id="R8a9c54c61bf0473a" /><Relationship Type="http://schemas.openxmlformats.org/officeDocument/2006/relationships/slide" Target="/ppt/slides/slide3.xml" Id="Rdae1f8e9ffe340a9" /><Relationship Type="http://schemas.openxmlformats.org/officeDocument/2006/relationships/slide" Target="/ppt/slides/slide4.xml" Id="R3e01abfc62fc444a" /><Relationship Type="http://schemas.openxmlformats.org/officeDocument/2006/relationships/slide" Target="/ppt/slides/slide5.xml" Id="R2094b4ef3742423a" /><Relationship Type="http://schemas.openxmlformats.org/officeDocument/2006/relationships/slide" Target="/ppt/slides/slide6.xml" Id="Rea843e17e6084bb7" /><Relationship Type="http://schemas.openxmlformats.org/officeDocument/2006/relationships/slide" Target="/ppt/slides/slide7.xml" Id="R9ea96b418ec045ae" /><Relationship Type="http://schemas.openxmlformats.org/officeDocument/2006/relationships/slide" Target="/ppt/slides/slide8.xml" Id="R7ba5ecfe008b43c1" /><Relationship Type="http://schemas.openxmlformats.org/officeDocument/2006/relationships/slide" Target="/ppt/slides/slide9.xml" Id="Rfdf81ddecba14656" /><Relationship Type="http://schemas.openxmlformats.org/officeDocument/2006/relationships/slide" Target="/ppt/slides/slide10.xml" Id="R3a0d9b3cd60f4f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9f2b4a49d146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5ac2dd9bf847b2" /><Relationship Type="http://schemas.openxmlformats.org/officeDocument/2006/relationships/notesMaster" Target="/ppt/notesMasters/notesMaster1.xml" Id="R44e9727098364ab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caffebe68446ee" /><Relationship Type="http://schemas.openxmlformats.org/officeDocument/2006/relationships/notesMaster" Target="/ppt/notesMasters/notesMaster1.xml" Id="R0c5443c7a5bc4f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fbc176899b4d35" /><Relationship Type="http://schemas.openxmlformats.org/officeDocument/2006/relationships/notesMaster" Target="/ppt/notesMasters/notesMaster1.xml" Id="R860c3b1073454e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f778864d1d4429" /><Relationship Type="http://schemas.openxmlformats.org/officeDocument/2006/relationships/notesMaster" Target="/ppt/notesMasters/notesMaster1.xml" Id="Rb0128f48c88140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f4ab7742ff48da" /><Relationship Type="http://schemas.openxmlformats.org/officeDocument/2006/relationships/notesMaster" Target="/ppt/notesMasters/notesMaster1.xml" Id="R2644141f505442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6c486fe74f4c66" /><Relationship Type="http://schemas.openxmlformats.org/officeDocument/2006/relationships/notesMaster" Target="/ppt/notesMasters/notesMaster1.xml" Id="Ra5fc168757ce4ea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dafd59278b84f71" /><Relationship Type="http://schemas.openxmlformats.org/officeDocument/2006/relationships/notesMaster" Target="/ppt/notesMasters/notesMaster1.xml" Id="R79d810db125846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7237eba5704461c" /><Relationship Type="http://schemas.openxmlformats.org/officeDocument/2006/relationships/notesMaster" Target="/ppt/notesMasters/notesMaster1.xml" Id="Rcaaf5c87ceee447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d21c852abce446e" /><Relationship Type="http://schemas.openxmlformats.org/officeDocument/2006/relationships/notesMaster" Target="/ppt/notesMasters/notesMaster1.xml" Id="R9e24d34d1792409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36ca7d36bde48e2" /><Relationship Type="http://schemas.openxmlformats.org/officeDocument/2006/relationships/notesMaster" Target="/ppt/notesMasters/notesMaster1.xml" Id="R25113275509743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connecting directly to Lesson 1. Lesson 1 taught that the model reads one visible paper. Lesson 2 asks how we scale the prompts that prepare that paper without pasting every rule into every turn.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pain concrete. Custom prompts work, but repeated copying creates token cost, drift, duplication, and maintenance problems. This sets up the need for packaging, splitting, and dynamic loading.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a custom agent as the reusable package for stable role instructions. It is a custom prompt plus a runtime profile: role, rules, tools, permissions, boundaries, and quality bar.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subagents as separate working papers. A subagent may start from a shared task brief or forked context, then keeps its own local detail and returns a summary or artifact.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compaction with planned decomposition. Compaction compresses one evolving paper when it gets too full. Subagent decomposition proactively assigns separate papers to weakly coupled branches.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the audience the operating rule. Subagents work best when tasks have clear boundaries, can run independently for a while, and can merge through a summary, file, finding list, or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a skill as a just-in-time prompt/manual pack. Use it when you cannot know up front whether a specific checklist, template, or method will be needed in this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a skill is more than a prompt. It can sit beside scripts, templates, examples, schemas, and references so a repeated capability is organized as a small tool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Summarize the selection logic. Stable role goes into a custom agent. Independent branch goes to a subagent. Conditional method goes into a skill. One-off detail stays in the current prompt.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the loop. Lesson 2 is about scaling custom prompts by packaging, isolating, and loading them just in time. Lesson 2.1 goes deeper into runtime objects; Lesson 3 handles multi-agent workflows.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6918bf4fbe42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afa78ee6f94fb0" /><Relationship Type="http://schemas.openxmlformats.org/officeDocument/2006/relationships/slideLayout" Target="/ppt/slideLayouts/slideLayout1.xml" Id="R4b1ecde082de4d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1ecde082de4d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976d7558134bd8" /><Relationship Type="http://schemas.openxmlformats.org/officeDocument/2006/relationships/image" Target="/ppt/media/image.png" Id="Rda51026ce67044ac" /><Relationship Type="http://schemas.openxmlformats.org/officeDocument/2006/relationships/notesSlide" Target="/ppt/notesSlides/notesSlide1.xml" Id="R6053046d9d814b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22944f9d2d4b4c" /><Relationship Type="http://schemas.openxmlformats.org/officeDocument/2006/relationships/image" Target="/ppt/media/image2.png" Id="R7fb296632b3c4555" /><Relationship Type="http://schemas.openxmlformats.org/officeDocument/2006/relationships/notesSlide" Target="/ppt/notesSlides/notesSlide2.xml" Id="R9e1c8bd346394c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32e367ec5403c" /><Relationship Type="http://schemas.openxmlformats.org/officeDocument/2006/relationships/image" Target="/ppt/media/image3.png" Id="R6518b76d61864880" /><Relationship Type="http://schemas.openxmlformats.org/officeDocument/2006/relationships/notesSlide" Target="/ppt/notesSlides/notesSlide3.xml" Id="Re54f4c7d52204b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06eb12a1474acf" /><Relationship Type="http://schemas.openxmlformats.org/officeDocument/2006/relationships/image" Target="/ppt/media/image4.png" Id="R9613a76ca9c44499" /><Relationship Type="http://schemas.openxmlformats.org/officeDocument/2006/relationships/notesSlide" Target="/ppt/notesSlides/notesSlide4.xml" Id="R3b6fe76bce1b4a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b3ed937e34e43" /><Relationship Type="http://schemas.openxmlformats.org/officeDocument/2006/relationships/image" Target="/ppt/media/image5.png" Id="R5686607bb47543a3" /><Relationship Type="http://schemas.openxmlformats.org/officeDocument/2006/relationships/notesSlide" Target="/ppt/notesSlides/notesSlide5.xml" Id="Rd2133c0441f549a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57db678cd4f58" /><Relationship Type="http://schemas.openxmlformats.org/officeDocument/2006/relationships/image" Target="/ppt/media/image6.png" Id="Rfade758a1f934421" /><Relationship Type="http://schemas.openxmlformats.org/officeDocument/2006/relationships/notesSlide" Target="/ppt/notesSlides/notesSlide6.xml" Id="R9dd8898c4bdb4e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be991f0c3e4804" /><Relationship Type="http://schemas.openxmlformats.org/officeDocument/2006/relationships/image" Target="/ppt/media/image7.png" Id="R9a635c348d674632" /><Relationship Type="http://schemas.openxmlformats.org/officeDocument/2006/relationships/notesSlide" Target="/ppt/notesSlides/notesSlide7.xml" Id="Rd95302b6012b49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bd7230fe64884" /><Relationship Type="http://schemas.openxmlformats.org/officeDocument/2006/relationships/image" Target="/ppt/media/image8.png" Id="R922b644e53764d3e" /><Relationship Type="http://schemas.openxmlformats.org/officeDocument/2006/relationships/notesSlide" Target="/ppt/notesSlides/notesSlide8.xml" Id="R1fb9c24f79f74c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e93fe8fa94d50" /><Relationship Type="http://schemas.openxmlformats.org/officeDocument/2006/relationships/image" Target="/ppt/media/image9.png" Id="Rd52a205ad83c489d" /><Relationship Type="http://schemas.openxmlformats.org/officeDocument/2006/relationships/notesSlide" Target="/ppt/notesSlides/notesSlide9.xml" Id="Rd4cbe8534d3141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e1f825da54683" /><Relationship Type="http://schemas.openxmlformats.org/officeDocument/2006/relationships/image" Target="/ppt/media/image10.png" Id="R8b130f9612454945" /><Relationship Type="http://schemas.openxmlformats.org/officeDocument/2006/relationships/notesSlide" Target="/ppt/notesSlides/notesSlide10.xml" Id="R42ac75e8d56a464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51026ce67044ac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4099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b296632b3c4555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2292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18b76d61864880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9841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13a76ca9c44499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4476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6607bb47543a3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1333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de758a1f934421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9083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635c348d674632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1099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2b644e53764d3e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0970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a205ad83c489d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2737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130f9612454945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8102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2026-07-16T10:49:27.5440000Z</dcterms:created>
  <dcterms:modified xsi:type="dcterms:W3CDTF">2026-07-16T10:49:27.5440000Z</dcterms:modified>
</coreProperties>
</file>