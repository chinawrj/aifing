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0adc3611024495b" /><Relationship Type="http://schemas.openxmlformats.org/officeDocument/2006/relationships/extended-properties" Target="/docProps/app.xml" Id="R82faf87403f6422e" /><Relationship Type="http://schemas.openxmlformats.org/officeDocument/2006/relationships/officeDocument" Target="/ppt/presentation.xml" Id="R3eb1be056d0543f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5d2ec145ff7477a"/>
  </p:sldMasterIdLst>
  <p:notesMasterIdLst>
    <p:notesMasterId xmlns:r="http://schemas.openxmlformats.org/officeDocument/2006/relationships" r:id="R5345b29caffb41b0"/>
  </p:notesMasterIdLst>
  <p:sldIdLst>
    <p:sldId xmlns:r="http://schemas.openxmlformats.org/officeDocument/2006/relationships" id="256" r:id="Reb2f957008a84207"/>
    <p:sldId xmlns:r="http://schemas.openxmlformats.org/officeDocument/2006/relationships" id="257" r:id="R65ce89cf1f694221"/>
    <p:sldId xmlns:r="http://schemas.openxmlformats.org/officeDocument/2006/relationships" id="258" r:id="Reb03753fc92c4290"/>
    <p:sldId xmlns:r="http://schemas.openxmlformats.org/officeDocument/2006/relationships" id="259" r:id="Rd97facb4f47b4221"/>
    <p:sldId xmlns:r="http://schemas.openxmlformats.org/officeDocument/2006/relationships" id="260" r:id="R5b92d3e96022428f"/>
    <p:sldId xmlns:r="http://schemas.openxmlformats.org/officeDocument/2006/relationships" id="261" r:id="Rca7bfcae863f42a3"/>
    <p:sldId xmlns:r="http://schemas.openxmlformats.org/officeDocument/2006/relationships" id="262" r:id="R079cd6b0f9ad44c7"/>
    <p:sldId xmlns:r="http://schemas.openxmlformats.org/officeDocument/2006/relationships" id="263" r:id="R2562bb31df3f4552"/>
    <p:sldId xmlns:r="http://schemas.openxmlformats.org/officeDocument/2006/relationships" id="264" r:id="R261792efa7c4427a"/>
    <p:sldId xmlns:r="http://schemas.openxmlformats.org/officeDocument/2006/relationships" id="265" r:id="R455dcd4601704d0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4909295571d4ffe" /><Relationship Type="http://schemas.openxmlformats.org/officeDocument/2006/relationships/slideMaster" Target="/ppt/slideMasters/slideMaster1.xml" Id="R15d2ec145ff7477a" /><Relationship Type="http://schemas.openxmlformats.org/officeDocument/2006/relationships/notesMaster" Target="/ppt/notesMasters/notesMaster1.xml" Id="R5345b29caffb41b0" /><Relationship Type="http://schemas.openxmlformats.org/officeDocument/2006/relationships/presProps" Target="/ppt/presProps.xml" Id="R7270e17f588548cb" /><Relationship Type="http://schemas.openxmlformats.org/officeDocument/2006/relationships/tableStyles" Target="/ppt/tableStyles.xml" Id="R029d97a89a504a75" /><Relationship Type="http://schemas.openxmlformats.org/officeDocument/2006/relationships/slide" Target="/ppt/slides/slide1.xml" Id="Reb2f957008a84207" /><Relationship Type="http://schemas.openxmlformats.org/officeDocument/2006/relationships/slide" Target="/ppt/slides/slide2.xml" Id="R65ce89cf1f694221" /><Relationship Type="http://schemas.openxmlformats.org/officeDocument/2006/relationships/slide" Target="/ppt/slides/slide3.xml" Id="Reb03753fc92c4290" /><Relationship Type="http://schemas.openxmlformats.org/officeDocument/2006/relationships/slide" Target="/ppt/slides/slide4.xml" Id="Rd97facb4f47b4221" /><Relationship Type="http://schemas.openxmlformats.org/officeDocument/2006/relationships/slide" Target="/ppt/slides/slide5.xml" Id="R5b92d3e96022428f" /><Relationship Type="http://schemas.openxmlformats.org/officeDocument/2006/relationships/slide" Target="/ppt/slides/slide6.xml" Id="Rca7bfcae863f42a3" /><Relationship Type="http://schemas.openxmlformats.org/officeDocument/2006/relationships/slide" Target="/ppt/slides/slide7.xml" Id="R079cd6b0f9ad44c7" /><Relationship Type="http://schemas.openxmlformats.org/officeDocument/2006/relationships/slide" Target="/ppt/slides/slide8.xml" Id="R2562bb31df3f4552" /><Relationship Type="http://schemas.openxmlformats.org/officeDocument/2006/relationships/slide" Target="/ppt/slides/slide9.xml" Id="R261792efa7c4427a" /><Relationship Type="http://schemas.openxmlformats.org/officeDocument/2006/relationships/slide" Target="/ppt/slides/slide10.xml" Id="R455dcd4601704d0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c088bc504e5419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d68f1574eca4980" /><Relationship Type="http://schemas.openxmlformats.org/officeDocument/2006/relationships/notesMaster" Target="/ppt/notesMasters/notesMaster1.xml" Id="R1c9c7510fabc497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98243b5901b4dc0" /><Relationship Type="http://schemas.openxmlformats.org/officeDocument/2006/relationships/notesMaster" Target="/ppt/notesMasters/notesMaster1.xml" Id="R7c049adaff1f4cc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0cde85a9efa42b5" /><Relationship Type="http://schemas.openxmlformats.org/officeDocument/2006/relationships/notesMaster" Target="/ppt/notesMasters/notesMaster1.xml" Id="R868e36ca4b62447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b38233d43aa4538" /><Relationship Type="http://schemas.openxmlformats.org/officeDocument/2006/relationships/notesMaster" Target="/ppt/notesMasters/notesMaster1.xml" Id="Rbd24729e3a1844d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c52001c2c944deb" /><Relationship Type="http://schemas.openxmlformats.org/officeDocument/2006/relationships/notesMaster" Target="/ppt/notesMasters/notesMaster1.xml" Id="Rcd23bf9a8fbd4ec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52f8dc0b25c45b9" /><Relationship Type="http://schemas.openxmlformats.org/officeDocument/2006/relationships/notesMaster" Target="/ppt/notesMasters/notesMaster1.xml" Id="Rc0499fd58f544fa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517a28d72954c94" /><Relationship Type="http://schemas.openxmlformats.org/officeDocument/2006/relationships/notesMaster" Target="/ppt/notesMasters/notesMaster1.xml" Id="Racb4da3f5491451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0dadd215bca41e3" /><Relationship Type="http://schemas.openxmlformats.org/officeDocument/2006/relationships/notesMaster" Target="/ppt/notesMasters/notesMaster1.xml" Id="Rfe8eebef3289429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dbeb22b72e840d4" /><Relationship Type="http://schemas.openxmlformats.org/officeDocument/2006/relationships/notesMaster" Target="/ppt/notesMasters/notesMaster1.xml" Id="Rbd9ee0bc7bae4db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c2dd953f08840e7" /><Relationship Type="http://schemas.openxmlformats.org/officeDocument/2006/relationships/notesMaster" Target="/ppt/notesMasters/notesMaster1.xml" Id="R5314cbbeb7f8491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Lesson 2 starts where Lesson 1 ended: prompts are written onto a limited paper. This lesson is about scaling prompt-like instructions without crowding the same context.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why copy-pasting custom prompts breaks down. The model still only sees one paper, so duplicated rules compete with the actual task.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custom agent packages a stable role and working profile. Treat it as a reusable worker identity, not a longer one-off prompt.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subagent is a delegated worker with its own paper. The main thread sends a bounded brief and receives a summary or artifact back.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Compaction compresses one crowded paper. Subagent decomposition proactively gives weakly coupled branches their own papers before detail is compressed away.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Subagents work best when local papers can make progress and rejoin through a clear merge artifact. Coupling is a synchronization question, not an automatic ban.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Skills solve the conditional-loading problem. Keep a method outside the paper until the task actually needs that manual or checklist.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skill can be a small capability kit. It can keep workflow instructions, scripts, examples, templates, and references together.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gives the selection rule: one-off prompt, custom agent, subagent, and skill each solve a different context-loading problem.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the operating model: prompt engineering writes instructions; context architecture decides where those instructions travel.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910b6662de4c1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0e8a3654484415f" /><Relationship Type="http://schemas.openxmlformats.org/officeDocument/2006/relationships/slideLayout" Target="/ppt/slideLayouts/slideLayout1.xml" Id="Rbf431e864fdc4ea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f431e864fdc4ea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de2928010840b8" /><Relationship Type="http://schemas.openxmlformats.org/officeDocument/2006/relationships/image" Target="/ppt/media/image.png" Id="R5b2e6013ac1b4b2a" /><Relationship Type="http://schemas.openxmlformats.org/officeDocument/2006/relationships/notesSlide" Target="/ppt/notesSlides/notesSlide1.xml" Id="R074ead3f1780431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926f95e1b5459f" /><Relationship Type="http://schemas.openxmlformats.org/officeDocument/2006/relationships/image" Target="/ppt/media/image2.png" Id="R73941316e73c46d0" /><Relationship Type="http://schemas.openxmlformats.org/officeDocument/2006/relationships/notesSlide" Target="/ppt/notesSlides/notesSlide2.xml" Id="Re4ed16b1a8724f1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7084946296457e" /><Relationship Type="http://schemas.openxmlformats.org/officeDocument/2006/relationships/image" Target="/ppt/media/image3.png" Id="R84cc150a8126455d" /><Relationship Type="http://schemas.openxmlformats.org/officeDocument/2006/relationships/notesSlide" Target="/ppt/notesSlides/notesSlide3.xml" Id="R7187ab4e08ba406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456c6a5f104476" /><Relationship Type="http://schemas.openxmlformats.org/officeDocument/2006/relationships/image" Target="/ppt/media/image4.png" Id="R6863c5bfb01c49c3" /><Relationship Type="http://schemas.openxmlformats.org/officeDocument/2006/relationships/notesSlide" Target="/ppt/notesSlides/notesSlide4.xml" Id="R41217846bf4844b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71221dc3fe487d" /><Relationship Type="http://schemas.openxmlformats.org/officeDocument/2006/relationships/image" Target="/ppt/media/image5.png" Id="Rbb1b322e29c640fc" /><Relationship Type="http://schemas.openxmlformats.org/officeDocument/2006/relationships/notesSlide" Target="/ppt/notesSlides/notesSlide5.xml" Id="R56a0bbb37193494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1eebd0540d4de5" /><Relationship Type="http://schemas.openxmlformats.org/officeDocument/2006/relationships/image" Target="/ppt/media/image6.png" Id="Rea45403810974161" /><Relationship Type="http://schemas.openxmlformats.org/officeDocument/2006/relationships/notesSlide" Target="/ppt/notesSlides/notesSlide6.xml" Id="R440ac091c687458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e1562bd90c422b" /><Relationship Type="http://schemas.openxmlformats.org/officeDocument/2006/relationships/image" Target="/ppt/media/image7.png" Id="R7fdc68809daf40cf" /><Relationship Type="http://schemas.openxmlformats.org/officeDocument/2006/relationships/notesSlide" Target="/ppt/notesSlides/notesSlide7.xml" Id="R2c47b06ce5b64b3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fdf81668764393" /><Relationship Type="http://schemas.openxmlformats.org/officeDocument/2006/relationships/image" Target="/ppt/media/image8.png" Id="Re754319db2894b63" /><Relationship Type="http://schemas.openxmlformats.org/officeDocument/2006/relationships/notesSlide" Target="/ppt/notesSlides/notesSlide8.xml" Id="R696cdacc8bac490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8b7ec96cf846b2" /><Relationship Type="http://schemas.openxmlformats.org/officeDocument/2006/relationships/image" Target="/ppt/media/image9.png" Id="R93e442d6bf714b68" /><Relationship Type="http://schemas.openxmlformats.org/officeDocument/2006/relationships/notesSlide" Target="/ppt/notesSlides/notesSlide9.xml" Id="Ra700df71bb4a467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6067e4177d4c15" /><Relationship Type="http://schemas.openxmlformats.org/officeDocument/2006/relationships/image" Target="/ppt/media/image10.png" Id="Rf66c1e806393456b" /><Relationship Type="http://schemas.openxmlformats.org/officeDocument/2006/relationships/notesSlide" Target="/ppt/notesSlides/notesSlide10.xml" Id="R73f670dfe0164b3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2e6013ac1b4b2a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03908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941316e73c46d0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4771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cc150a8126455d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159942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63c5bfb01c49c3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92511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1b322e29c640fc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405704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45403810974161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25139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dc68809daf40cf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88218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54319db2894b63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62772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e442d6bf714b68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98333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6c1e806393456b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5931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2026-07-16T11:26:54.7120000Z</dcterms:created>
  <dcterms:modified xsi:type="dcterms:W3CDTF">2026-07-16T11:26:54.7120000Z</dcterms:modified>
</coreProperties>
</file>