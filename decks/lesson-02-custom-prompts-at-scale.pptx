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fe1be395f434972" /><Relationship Type="http://schemas.openxmlformats.org/officeDocument/2006/relationships/extended-properties" Target="/docProps/app.xml" Id="R154e6e4650fc4536" /><Relationship Type="http://schemas.openxmlformats.org/officeDocument/2006/relationships/officeDocument" Target="/ppt/presentation.xml" Id="Rbe41d5e3e54a4a5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901e657b0f4d6a"/>
  </p:sldMasterIdLst>
  <p:notesMasterIdLst>
    <p:notesMasterId xmlns:r="http://schemas.openxmlformats.org/officeDocument/2006/relationships" r:id="R1c61152236bd4961"/>
  </p:notesMasterIdLst>
  <p:sldIdLst>
    <p:sldId xmlns:r="http://schemas.openxmlformats.org/officeDocument/2006/relationships" id="256" r:id="R326cbb85ecc4466d"/>
    <p:sldId xmlns:r="http://schemas.openxmlformats.org/officeDocument/2006/relationships" id="257" r:id="Rb1d03798a901406c"/>
    <p:sldId xmlns:r="http://schemas.openxmlformats.org/officeDocument/2006/relationships" id="258" r:id="R83d7b3bb28704ac3"/>
    <p:sldId xmlns:r="http://schemas.openxmlformats.org/officeDocument/2006/relationships" id="259" r:id="Rf4b82bf95fbb48e8"/>
    <p:sldId xmlns:r="http://schemas.openxmlformats.org/officeDocument/2006/relationships" id="260" r:id="R397e1f775be04fd5"/>
    <p:sldId xmlns:r="http://schemas.openxmlformats.org/officeDocument/2006/relationships" id="261" r:id="Rbfc88dc7d0654874"/>
    <p:sldId xmlns:r="http://schemas.openxmlformats.org/officeDocument/2006/relationships" id="262" r:id="R62d8b56bf57243d8"/>
    <p:sldId xmlns:r="http://schemas.openxmlformats.org/officeDocument/2006/relationships" id="263" r:id="R660b8cec0ad54cd8"/>
    <p:sldId xmlns:r="http://schemas.openxmlformats.org/officeDocument/2006/relationships" id="264" r:id="R55ac65f3712e4505"/>
    <p:sldId xmlns:r="http://schemas.openxmlformats.org/officeDocument/2006/relationships" id="265" r:id="R9ac87621ad954d5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45da443d6044f6" /><Relationship Type="http://schemas.openxmlformats.org/officeDocument/2006/relationships/slideMaster" Target="/ppt/slideMasters/slideMaster1.xml" Id="Rb5901e657b0f4d6a" /><Relationship Type="http://schemas.openxmlformats.org/officeDocument/2006/relationships/notesMaster" Target="/ppt/notesMasters/notesMaster1.xml" Id="R1c61152236bd4961" /><Relationship Type="http://schemas.openxmlformats.org/officeDocument/2006/relationships/presProps" Target="/ppt/presProps.xml" Id="R2b5c7d456895444b" /><Relationship Type="http://schemas.openxmlformats.org/officeDocument/2006/relationships/tableStyles" Target="/ppt/tableStyles.xml" Id="R04a926f362cc4ed8" /><Relationship Type="http://schemas.openxmlformats.org/officeDocument/2006/relationships/slide" Target="/ppt/slides/slide1.xml" Id="R326cbb85ecc4466d" /><Relationship Type="http://schemas.openxmlformats.org/officeDocument/2006/relationships/slide" Target="/ppt/slides/slide2.xml" Id="Rb1d03798a901406c" /><Relationship Type="http://schemas.openxmlformats.org/officeDocument/2006/relationships/slide" Target="/ppt/slides/slide3.xml" Id="R83d7b3bb28704ac3" /><Relationship Type="http://schemas.openxmlformats.org/officeDocument/2006/relationships/slide" Target="/ppt/slides/slide4.xml" Id="Rf4b82bf95fbb48e8" /><Relationship Type="http://schemas.openxmlformats.org/officeDocument/2006/relationships/slide" Target="/ppt/slides/slide5.xml" Id="R397e1f775be04fd5" /><Relationship Type="http://schemas.openxmlformats.org/officeDocument/2006/relationships/slide" Target="/ppt/slides/slide6.xml" Id="Rbfc88dc7d0654874" /><Relationship Type="http://schemas.openxmlformats.org/officeDocument/2006/relationships/slide" Target="/ppt/slides/slide7.xml" Id="R62d8b56bf57243d8" /><Relationship Type="http://schemas.openxmlformats.org/officeDocument/2006/relationships/slide" Target="/ppt/slides/slide8.xml" Id="R660b8cec0ad54cd8" /><Relationship Type="http://schemas.openxmlformats.org/officeDocument/2006/relationships/slide" Target="/ppt/slides/slide9.xml" Id="R55ac65f3712e4505" /><Relationship Type="http://schemas.openxmlformats.org/officeDocument/2006/relationships/slide" Target="/ppt/slides/slide10.xml" Id="R9ac87621ad954d5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f597f136b6f4e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d2934b39d1415c" /><Relationship Type="http://schemas.openxmlformats.org/officeDocument/2006/relationships/notesMaster" Target="/ppt/notesMasters/notesMaster1.xml" Id="Rb0d14a338d08415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b2872b59b34929" /><Relationship Type="http://schemas.openxmlformats.org/officeDocument/2006/relationships/notesMaster" Target="/ppt/notesMasters/notesMaster1.xml" Id="R6614a57c95cb42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ce498f3ba94793" /><Relationship Type="http://schemas.openxmlformats.org/officeDocument/2006/relationships/notesMaster" Target="/ppt/notesMasters/notesMaster1.xml" Id="R2f5265349c3e4f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a59b879fa446f4" /><Relationship Type="http://schemas.openxmlformats.org/officeDocument/2006/relationships/notesMaster" Target="/ppt/notesMasters/notesMaster1.xml" Id="R7429e1b9a8df417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5692c4d64f4a01" /><Relationship Type="http://schemas.openxmlformats.org/officeDocument/2006/relationships/notesMaster" Target="/ppt/notesMasters/notesMaster1.xml" Id="R6cf26a556b9944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68440fd53a94b2f" /><Relationship Type="http://schemas.openxmlformats.org/officeDocument/2006/relationships/notesMaster" Target="/ppt/notesMasters/notesMaster1.xml" Id="R6977768d500440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e8d5392dbe40c2" /><Relationship Type="http://schemas.openxmlformats.org/officeDocument/2006/relationships/notesMaster" Target="/ppt/notesMasters/notesMaster1.xml" Id="R7c69ec1f3c85499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9ad484db7794a3a" /><Relationship Type="http://schemas.openxmlformats.org/officeDocument/2006/relationships/notesMaster" Target="/ppt/notesMasters/notesMaster1.xml" Id="Rbed8a407f97341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d42d0c04e074558" /><Relationship Type="http://schemas.openxmlformats.org/officeDocument/2006/relationships/notesMaster" Target="/ppt/notesMasters/notesMaster1.xml" Id="R342c4e5df67b4cb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c23ab4ee9514167" /><Relationship Type="http://schemas.openxmlformats.org/officeDocument/2006/relationships/notesMaster" Target="/ppt/notesMasters/notesMaster1.xml" Id="R2163144473db489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connecting directly to Lesson 1. Lesson 1 taught that the model reads one visible paper. Lesson 2 asks how we scale the prompts that prepare that paper without pasting every rule into every turn.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the pain concrete. Custom prompts work, but repeated copying creates token cost, drift, duplication, and maintenance problems. This sets up the need for packaging, splitting, and dynamic loading.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a custom agent as the reusable package for stable role instructions. It is a custom prompt plus a runtime profile: role, rules, tools, permissions, boundaries, and quality bar.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subagents as separate working papers. A subagent may start from a shared task brief or forked context, then keeps its own local detail and returns a summary or artifact.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compaction with planned decomposition. Compaction compresses one evolving paper when it gets too full. Subagent decomposition proactively assigns separate papers to weakly coupled branches.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the audience the operating rule. Subagents work best when tasks have clear boundaries, can run independently for a while, and can merge through a summary, file, finding list, or checkpoint.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a skill as a just-in-time prompt/manual pack. Use it when you cannot know up front whether a specific checklist, template, or method will be needed in this task.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a skill is more than a prompt. It can sit beside scripts, templates, examples, schemas, and references so a repeated capability is organized as a small tool kit.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Summarize the selection logic. Stable role goes into a custom agent. Independent branch goes to a subagent. Conditional method goes into a skill. One-off detail stays in the current prompt.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the loop. Lesson 2 is about scaling custom prompts by packaging, isolating, and loading them just in time. Lesson 2.1 goes deeper into runtime objects; Lesson 3 handles multi-agent workflows.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32a40445114d6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67511dc03b40bf" /><Relationship Type="http://schemas.openxmlformats.org/officeDocument/2006/relationships/slideLayout" Target="/ppt/slideLayouts/slideLayout1.xml" Id="R40dee4ae066340a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0dee4ae066340a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f84c8458dd498b" /><Relationship Type="http://schemas.openxmlformats.org/officeDocument/2006/relationships/image" Target="/ppt/media/image.png" Id="R6ae9047348dc4625" /><Relationship Type="http://schemas.openxmlformats.org/officeDocument/2006/relationships/notesSlide" Target="/ppt/notesSlides/notesSlide1.xml" Id="Rdc642d88b6dd43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6e70e1dffa4817" /><Relationship Type="http://schemas.openxmlformats.org/officeDocument/2006/relationships/image" Target="/ppt/media/image2.png" Id="Rbfef3792b13c4428" /><Relationship Type="http://schemas.openxmlformats.org/officeDocument/2006/relationships/notesSlide" Target="/ppt/notesSlides/notesSlide2.xml" Id="R8d3ad39c4d64463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f56d006cba4d13" /><Relationship Type="http://schemas.openxmlformats.org/officeDocument/2006/relationships/image" Target="/ppt/media/image3.png" Id="R9a7887b7414b4163" /><Relationship Type="http://schemas.openxmlformats.org/officeDocument/2006/relationships/notesSlide" Target="/ppt/notesSlides/notesSlide3.xml" Id="Re61a5dd3607f4e3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c005627f4b418e" /><Relationship Type="http://schemas.openxmlformats.org/officeDocument/2006/relationships/image" Target="/ppt/media/image4.png" Id="R09944096b14f448a" /><Relationship Type="http://schemas.openxmlformats.org/officeDocument/2006/relationships/notesSlide" Target="/ppt/notesSlides/notesSlide4.xml" Id="R4b69387f832141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1f15abb23b402e" /><Relationship Type="http://schemas.openxmlformats.org/officeDocument/2006/relationships/image" Target="/ppt/media/image5.png" Id="Rd3f77d3473ed45df" /><Relationship Type="http://schemas.openxmlformats.org/officeDocument/2006/relationships/notesSlide" Target="/ppt/notesSlides/notesSlide5.xml" Id="R1a7df6e09b4f48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fdc885425d4ba7" /><Relationship Type="http://schemas.openxmlformats.org/officeDocument/2006/relationships/image" Target="/ppt/media/image6.png" Id="Rf25a31f83885474d" /><Relationship Type="http://schemas.openxmlformats.org/officeDocument/2006/relationships/notesSlide" Target="/ppt/notesSlides/notesSlide6.xml" Id="R54891cce604f4bd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8ea26aa5ec4136" /><Relationship Type="http://schemas.openxmlformats.org/officeDocument/2006/relationships/image" Target="/ppt/media/image7.png" Id="R3be35bc4be66481f" /><Relationship Type="http://schemas.openxmlformats.org/officeDocument/2006/relationships/notesSlide" Target="/ppt/notesSlides/notesSlide7.xml" Id="R8db675663ff04a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c412cc75bf4819" /><Relationship Type="http://schemas.openxmlformats.org/officeDocument/2006/relationships/image" Target="/ppt/media/image8.png" Id="R2b303d7304314256" /><Relationship Type="http://schemas.openxmlformats.org/officeDocument/2006/relationships/notesSlide" Target="/ppt/notesSlides/notesSlide8.xml" Id="R191fd8fe7cd84d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1cda4eb9a48ed" /><Relationship Type="http://schemas.openxmlformats.org/officeDocument/2006/relationships/image" Target="/ppt/media/image9.png" Id="Rf30ada70453f467b" /><Relationship Type="http://schemas.openxmlformats.org/officeDocument/2006/relationships/notesSlide" Target="/ppt/notesSlides/notesSlide9.xml" Id="Rf3d425a6d322409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c1569512ad4b4e" /><Relationship Type="http://schemas.openxmlformats.org/officeDocument/2006/relationships/image" Target="/ppt/media/image10.png" Id="R66bc18ba2a8748e0" /><Relationship Type="http://schemas.openxmlformats.org/officeDocument/2006/relationships/notesSlide" Target="/ppt/notesSlides/notesSlide10.xml" Id="R403ba8a369d140c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e9047348dc4625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659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ef3792b13c4428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1079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7887b7414b4163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5965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944096b14f448a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9683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f77d3473ed45df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451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5a31f83885474d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5301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35bc4be66481f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5549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303d7304314256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7228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0ada70453f467b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2894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bc18ba2a8748e0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9601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2026-07-16T10:43:24.5760000Z</dcterms:created>
  <dcterms:modified xsi:type="dcterms:W3CDTF">2026-07-16T10:43:24.5760000Z</dcterms:modified>
</coreProperties>
</file>